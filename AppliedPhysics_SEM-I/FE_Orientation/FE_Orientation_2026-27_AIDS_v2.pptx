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0" r:id="rId1"/>
  </p:sldMasterIdLst>
  <p:notesMasterIdLst>
    <p:notesMasterId r:id="rId32"/>
  </p:notesMasterIdLst>
  <p:sldIdLst>
    <p:sldId id="256" r:id="rId2"/>
    <p:sldId id="271" r:id="rId3"/>
    <p:sldId id="272" r:id="rId4"/>
    <p:sldId id="273" r:id="rId5"/>
    <p:sldId id="274" r:id="rId6"/>
    <p:sldId id="279" r:id="rId7"/>
    <p:sldId id="292" r:id="rId8"/>
    <p:sldId id="293" r:id="rId9"/>
    <p:sldId id="294" r:id="rId10"/>
    <p:sldId id="295" r:id="rId11"/>
    <p:sldId id="257" r:id="rId12"/>
    <p:sldId id="258" r:id="rId13"/>
    <p:sldId id="268" r:id="rId14"/>
    <p:sldId id="263" r:id="rId15"/>
    <p:sldId id="262" r:id="rId16"/>
    <p:sldId id="269" r:id="rId17"/>
    <p:sldId id="270" r:id="rId18"/>
    <p:sldId id="289" r:id="rId19"/>
    <p:sldId id="290" r:id="rId20"/>
    <p:sldId id="282" r:id="rId21"/>
    <p:sldId id="260" r:id="rId22"/>
    <p:sldId id="261" r:id="rId23"/>
    <p:sldId id="264" r:id="rId24"/>
    <p:sldId id="296" r:id="rId25"/>
    <p:sldId id="291" r:id="rId26"/>
    <p:sldId id="297" r:id="rId27"/>
    <p:sldId id="298" r:id="rId28"/>
    <p:sldId id="265" r:id="rId29"/>
    <p:sldId id="266" r:id="rId30"/>
    <p:sldId id="26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801"/>
    <a:srgbClr val="50CBFF"/>
    <a:srgbClr val="001E00"/>
    <a:srgbClr val="F6F10F"/>
    <a:srgbClr val="444B03"/>
    <a:srgbClr val="2727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96500-C8A0-4DD6-A43D-01B4781C35C4}" v="18" dt="2026-08-30T14:29:53.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snapToGrid="0" snapToObjects="1">
      <p:cViewPr varScale="1">
        <p:scale>
          <a:sx n="105" d="100"/>
          <a:sy n="105" d="100"/>
        </p:scale>
        <p:origin x="804" y="7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LP TSDCEM" userId="92ebe413-b019-4fec-b0b8-7e0d48fe7989" providerId="ADAL" clId="{706B01AF-5A43-4173-8A58-C994F23D7B66}"/>
    <pc:docChg chg="undo custSel addSld delSld modSld sldOrd">
      <pc:chgData name="TLP TSDCEM" userId="92ebe413-b019-4fec-b0b8-7e0d48fe7989" providerId="ADAL" clId="{706B01AF-5A43-4173-8A58-C994F23D7B66}" dt="2026-08-30T08:39:41.184" v="712"/>
      <pc:docMkLst>
        <pc:docMk/>
      </pc:docMkLst>
      <pc:sldChg chg="delSp modSp mod">
        <pc:chgData name="TLP TSDCEM" userId="92ebe413-b019-4fec-b0b8-7e0d48fe7989" providerId="ADAL" clId="{706B01AF-5A43-4173-8A58-C994F23D7B66}" dt="2026-08-30T07:06:21.001" v="13" actId="6549"/>
        <pc:sldMkLst>
          <pc:docMk/>
          <pc:sldMk cId="0" sldId="256"/>
        </pc:sldMkLst>
        <pc:spChg chg="del">
          <ac:chgData name="TLP TSDCEM" userId="92ebe413-b019-4fec-b0b8-7e0d48fe7989" providerId="ADAL" clId="{706B01AF-5A43-4173-8A58-C994F23D7B66}" dt="2026-08-30T07:04:28.732" v="1" actId="478"/>
          <ac:spMkLst>
            <pc:docMk/>
            <pc:sldMk cId="0" sldId="256"/>
            <ac:spMk id="6" creationId="{00000000-0000-0000-0000-000000000000}"/>
          </ac:spMkLst>
        </pc:spChg>
        <pc:spChg chg="mod">
          <ac:chgData name="TLP TSDCEM" userId="92ebe413-b019-4fec-b0b8-7e0d48fe7989" providerId="ADAL" clId="{706B01AF-5A43-4173-8A58-C994F23D7B66}" dt="2026-08-30T07:06:21.001" v="13" actId="6549"/>
          <ac:spMkLst>
            <pc:docMk/>
            <pc:sldMk cId="0" sldId="256"/>
            <ac:spMk id="7" creationId="{00000000-0000-0000-0000-000000000000}"/>
          </ac:spMkLst>
        </pc:spChg>
        <pc:spChg chg="mod">
          <ac:chgData name="TLP TSDCEM" userId="92ebe413-b019-4fec-b0b8-7e0d48fe7989" providerId="ADAL" clId="{706B01AF-5A43-4173-8A58-C994F23D7B66}" dt="2026-08-30T07:06:00.443" v="8" actId="1076"/>
          <ac:spMkLst>
            <pc:docMk/>
            <pc:sldMk cId="0" sldId="256"/>
            <ac:spMk id="9" creationId="{00000000-0000-0000-0000-000000000000}"/>
          </ac:spMkLst>
        </pc:spChg>
        <pc:picChg chg="mod">
          <ac:chgData name="TLP TSDCEM" userId="92ebe413-b019-4fec-b0b8-7e0d48fe7989" providerId="ADAL" clId="{706B01AF-5A43-4173-8A58-C994F23D7B66}" dt="2026-08-30T07:05:53.366" v="7" actId="14100"/>
          <ac:picMkLst>
            <pc:docMk/>
            <pc:sldMk cId="0" sldId="256"/>
            <ac:picMk id="8" creationId="{00000000-0000-0000-0000-000000000000}"/>
          </ac:picMkLst>
        </pc:picChg>
      </pc:sldChg>
      <pc:sldChg chg="modSp mod">
        <pc:chgData name="TLP TSDCEM" userId="92ebe413-b019-4fec-b0b8-7e0d48fe7989" providerId="ADAL" clId="{706B01AF-5A43-4173-8A58-C994F23D7B66}" dt="2026-08-30T07:15:56.863" v="56" actId="20577"/>
        <pc:sldMkLst>
          <pc:docMk/>
          <pc:sldMk cId="0" sldId="261"/>
        </pc:sldMkLst>
        <pc:spChg chg="mod">
          <ac:chgData name="TLP TSDCEM" userId="92ebe413-b019-4fec-b0b8-7e0d48fe7989" providerId="ADAL" clId="{706B01AF-5A43-4173-8A58-C994F23D7B66}" dt="2026-08-30T07:15:56.863" v="56" actId="20577"/>
          <ac:spMkLst>
            <pc:docMk/>
            <pc:sldMk cId="0" sldId="261"/>
            <ac:spMk id="4" creationId="{B9C85D11-AF21-9FAD-8A92-26FEDBC1F6C9}"/>
          </ac:spMkLst>
        </pc:spChg>
      </pc:sldChg>
      <pc:sldChg chg="modSp mod">
        <pc:chgData name="TLP TSDCEM" userId="92ebe413-b019-4fec-b0b8-7e0d48fe7989" providerId="ADAL" clId="{706B01AF-5A43-4173-8A58-C994F23D7B66}" dt="2026-08-30T07:13:39.882" v="46" actId="14100"/>
        <pc:sldMkLst>
          <pc:docMk/>
          <pc:sldMk cId="0" sldId="262"/>
        </pc:sldMkLst>
        <pc:spChg chg="mod">
          <ac:chgData name="TLP TSDCEM" userId="92ebe413-b019-4fec-b0b8-7e0d48fe7989" providerId="ADAL" clId="{706B01AF-5A43-4173-8A58-C994F23D7B66}" dt="2026-08-30T07:13:39.882" v="46" actId="14100"/>
          <ac:spMkLst>
            <pc:docMk/>
            <pc:sldMk cId="0" sldId="262"/>
            <ac:spMk id="4" creationId="{752BC377-F8D9-93EA-A61F-F0567B3D7C82}"/>
          </ac:spMkLst>
        </pc:spChg>
      </pc:sldChg>
      <pc:sldChg chg="modSp mod">
        <pc:chgData name="TLP TSDCEM" userId="92ebe413-b019-4fec-b0b8-7e0d48fe7989" providerId="ADAL" clId="{706B01AF-5A43-4173-8A58-C994F23D7B66}" dt="2026-08-30T07:13:48.269" v="47" actId="14100"/>
        <pc:sldMkLst>
          <pc:docMk/>
          <pc:sldMk cId="0" sldId="263"/>
        </pc:sldMkLst>
        <pc:spChg chg="mod">
          <ac:chgData name="TLP TSDCEM" userId="92ebe413-b019-4fec-b0b8-7e0d48fe7989" providerId="ADAL" clId="{706B01AF-5A43-4173-8A58-C994F23D7B66}" dt="2026-08-30T07:13:48.269" v="47" actId="14100"/>
          <ac:spMkLst>
            <pc:docMk/>
            <pc:sldMk cId="0" sldId="263"/>
            <ac:spMk id="4" creationId="{306ACB78-48F6-AB3B-57D1-9E633F1BEBB3}"/>
          </ac:spMkLst>
        </pc:spChg>
      </pc:sldChg>
      <pc:sldChg chg="addSp modSp mod">
        <pc:chgData name="TLP TSDCEM" userId="92ebe413-b019-4fec-b0b8-7e0d48fe7989" providerId="ADAL" clId="{706B01AF-5A43-4173-8A58-C994F23D7B66}" dt="2026-08-30T08:14:13.029" v="127" actId="1582"/>
        <pc:sldMkLst>
          <pc:docMk/>
          <pc:sldMk cId="568316297" sldId="269"/>
        </pc:sldMkLst>
        <pc:spChg chg="add mod">
          <ac:chgData name="TLP TSDCEM" userId="92ebe413-b019-4fec-b0b8-7e0d48fe7989" providerId="ADAL" clId="{706B01AF-5A43-4173-8A58-C994F23D7B66}" dt="2026-08-30T08:12:16.435" v="104" actId="208"/>
          <ac:spMkLst>
            <pc:docMk/>
            <pc:sldMk cId="568316297" sldId="269"/>
            <ac:spMk id="3" creationId="{CBFB93A9-C821-E44D-DBF1-1FEC71431FC6}"/>
          </ac:spMkLst>
        </pc:spChg>
        <pc:spChg chg="add mod">
          <ac:chgData name="TLP TSDCEM" userId="92ebe413-b019-4fec-b0b8-7e0d48fe7989" providerId="ADAL" clId="{706B01AF-5A43-4173-8A58-C994F23D7B66}" dt="2026-08-30T08:13:26.127" v="121" actId="1038"/>
          <ac:spMkLst>
            <pc:docMk/>
            <pc:sldMk cId="568316297" sldId="269"/>
            <ac:spMk id="4" creationId="{24316CE0-EDBC-CBA0-1D01-87620DECD418}"/>
          </ac:spMkLst>
        </pc:spChg>
        <pc:spChg chg="add mod">
          <ac:chgData name="TLP TSDCEM" userId="92ebe413-b019-4fec-b0b8-7e0d48fe7989" providerId="ADAL" clId="{706B01AF-5A43-4173-8A58-C994F23D7B66}" dt="2026-08-30T08:14:13.029" v="127" actId="1582"/>
          <ac:spMkLst>
            <pc:docMk/>
            <pc:sldMk cId="568316297" sldId="269"/>
            <ac:spMk id="5" creationId="{B84624FE-FB04-76DA-D05C-75A65DAEF4C1}"/>
          </ac:spMkLst>
        </pc:spChg>
      </pc:sldChg>
      <pc:sldChg chg="addSp modSp mod">
        <pc:chgData name="TLP TSDCEM" userId="92ebe413-b019-4fec-b0b8-7e0d48fe7989" providerId="ADAL" clId="{706B01AF-5A43-4173-8A58-C994F23D7B66}" dt="2026-08-30T08:36:21.817" v="704" actId="14100"/>
        <pc:sldMkLst>
          <pc:docMk/>
          <pc:sldMk cId="1231561175" sldId="270"/>
        </pc:sldMkLst>
        <pc:spChg chg="add mod">
          <ac:chgData name="TLP TSDCEM" userId="92ebe413-b019-4fec-b0b8-7e0d48fe7989" providerId="ADAL" clId="{706B01AF-5A43-4173-8A58-C994F23D7B66}" dt="2026-08-30T08:13:34.172" v="122" actId="14100"/>
          <ac:spMkLst>
            <pc:docMk/>
            <pc:sldMk cId="1231561175" sldId="270"/>
            <ac:spMk id="3" creationId="{75909EAE-BECE-8664-7A30-39D9D7F11352}"/>
          </ac:spMkLst>
        </pc:spChg>
        <pc:spChg chg="mod">
          <ac:chgData name="TLP TSDCEM" userId="92ebe413-b019-4fec-b0b8-7e0d48fe7989" providerId="ADAL" clId="{706B01AF-5A43-4173-8A58-C994F23D7B66}" dt="2026-08-30T08:36:21.817" v="704" actId="14100"/>
          <ac:spMkLst>
            <pc:docMk/>
            <pc:sldMk cId="1231561175" sldId="270"/>
            <ac:spMk id="5" creationId="{00000000-0000-0000-0000-000000000000}"/>
          </ac:spMkLst>
        </pc:spChg>
        <pc:spChg chg="add mod">
          <ac:chgData name="TLP TSDCEM" userId="92ebe413-b019-4fec-b0b8-7e0d48fe7989" providerId="ADAL" clId="{706B01AF-5A43-4173-8A58-C994F23D7B66}" dt="2026-08-30T08:14:30.412" v="131" actId="14100"/>
          <ac:spMkLst>
            <pc:docMk/>
            <pc:sldMk cId="1231561175" sldId="270"/>
            <ac:spMk id="7" creationId="{B13A38E1-E878-C415-F9F3-51D164D28E85}"/>
          </ac:spMkLst>
        </pc:spChg>
        <pc:picChg chg="mod">
          <ac:chgData name="TLP TSDCEM" userId="92ebe413-b019-4fec-b0b8-7e0d48fe7989" providerId="ADAL" clId="{706B01AF-5A43-4173-8A58-C994F23D7B66}" dt="2026-08-30T08:12:31.025" v="106" actId="1076"/>
          <ac:picMkLst>
            <pc:docMk/>
            <pc:sldMk cId="1231561175" sldId="270"/>
            <ac:picMk id="4" creationId="{00000000-0000-0000-0000-000000000000}"/>
          </ac:picMkLst>
        </pc:picChg>
      </pc:sldChg>
      <pc:sldChg chg="modSp mod">
        <pc:chgData name="TLP TSDCEM" userId="92ebe413-b019-4fec-b0b8-7e0d48fe7989" providerId="ADAL" clId="{706B01AF-5A43-4173-8A58-C994F23D7B66}" dt="2026-08-30T07:09:20.933" v="21" actId="20577"/>
        <pc:sldMkLst>
          <pc:docMk/>
          <pc:sldMk cId="1393872891" sldId="276"/>
        </pc:sldMkLst>
        <pc:spChg chg="mod">
          <ac:chgData name="TLP TSDCEM" userId="92ebe413-b019-4fec-b0b8-7e0d48fe7989" providerId="ADAL" clId="{706B01AF-5A43-4173-8A58-C994F23D7B66}" dt="2026-08-30T07:09:20.933" v="21" actId="20577"/>
          <ac:spMkLst>
            <pc:docMk/>
            <pc:sldMk cId="1393872891" sldId="276"/>
            <ac:spMk id="3" creationId="{00000000-0000-0000-0000-000000000000}"/>
          </ac:spMkLst>
        </pc:spChg>
      </pc:sldChg>
      <pc:sldChg chg="del">
        <pc:chgData name="TLP TSDCEM" userId="92ebe413-b019-4fec-b0b8-7e0d48fe7989" providerId="ADAL" clId="{706B01AF-5A43-4173-8A58-C994F23D7B66}" dt="2026-08-30T07:10:14.433" v="27" actId="47"/>
        <pc:sldMkLst>
          <pc:docMk/>
          <pc:sldMk cId="4128462829" sldId="277"/>
        </pc:sldMkLst>
      </pc:sldChg>
      <pc:sldChg chg="del">
        <pc:chgData name="TLP TSDCEM" userId="92ebe413-b019-4fec-b0b8-7e0d48fe7989" providerId="ADAL" clId="{706B01AF-5A43-4173-8A58-C994F23D7B66}" dt="2026-08-30T07:10:52.633" v="32" actId="47"/>
        <pc:sldMkLst>
          <pc:docMk/>
          <pc:sldMk cId="4077377219" sldId="278"/>
        </pc:sldMkLst>
      </pc:sldChg>
      <pc:sldChg chg="modSp mod">
        <pc:chgData name="TLP TSDCEM" userId="92ebe413-b019-4fec-b0b8-7e0d48fe7989" providerId="ADAL" clId="{706B01AF-5A43-4173-8A58-C994F23D7B66}" dt="2026-08-30T07:11:14.421" v="36" actId="20577"/>
        <pc:sldMkLst>
          <pc:docMk/>
          <pc:sldMk cId="3050356796" sldId="281"/>
        </pc:sldMkLst>
        <pc:spChg chg="mod">
          <ac:chgData name="TLP TSDCEM" userId="92ebe413-b019-4fec-b0b8-7e0d48fe7989" providerId="ADAL" clId="{706B01AF-5A43-4173-8A58-C994F23D7B66}" dt="2026-08-30T07:11:14.421" v="36" actId="20577"/>
          <ac:spMkLst>
            <pc:docMk/>
            <pc:sldMk cId="3050356796" sldId="281"/>
            <ac:spMk id="3" creationId="{00000000-0000-0000-0000-000000000000}"/>
          </ac:spMkLst>
        </pc:spChg>
      </pc:sldChg>
      <pc:sldChg chg="mod modShow">
        <pc:chgData name="TLP TSDCEM" userId="92ebe413-b019-4fec-b0b8-7e0d48fe7989" providerId="ADAL" clId="{706B01AF-5A43-4173-8A58-C994F23D7B66}" dt="2026-08-30T07:14:55.090" v="48" actId="729"/>
        <pc:sldMkLst>
          <pc:docMk/>
          <pc:sldMk cId="3967923039" sldId="283"/>
        </pc:sldMkLst>
      </pc:sldChg>
      <pc:sldChg chg="mod ord modShow">
        <pc:chgData name="TLP TSDCEM" userId="92ebe413-b019-4fec-b0b8-7e0d48fe7989" providerId="ADAL" clId="{706B01AF-5A43-4173-8A58-C994F23D7B66}" dt="2026-08-30T07:16:15.289" v="59"/>
        <pc:sldMkLst>
          <pc:docMk/>
          <pc:sldMk cId="3878354572" sldId="284"/>
        </pc:sldMkLst>
      </pc:sldChg>
      <pc:sldChg chg="mod modShow">
        <pc:chgData name="TLP TSDCEM" userId="92ebe413-b019-4fec-b0b8-7e0d48fe7989" providerId="ADAL" clId="{706B01AF-5A43-4173-8A58-C994F23D7B66}" dt="2026-08-30T07:14:55.090" v="48" actId="729"/>
        <pc:sldMkLst>
          <pc:docMk/>
          <pc:sldMk cId="234371730" sldId="285"/>
        </pc:sldMkLst>
      </pc:sldChg>
      <pc:sldChg chg="modSp mod">
        <pc:chgData name="TLP TSDCEM" userId="92ebe413-b019-4fec-b0b8-7e0d48fe7989" providerId="ADAL" clId="{706B01AF-5A43-4173-8A58-C994F23D7B66}" dt="2026-08-30T07:08:24.579" v="18" actId="1036"/>
        <pc:sldMkLst>
          <pc:docMk/>
          <pc:sldMk cId="1742565906" sldId="286"/>
        </pc:sldMkLst>
        <pc:spChg chg="mod">
          <ac:chgData name="TLP TSDCEM" userId="92ebe413-b019-4fec-b0b8-7e0d48fe7989" providerId="ADAL" clId="{706B01AF-5A43-4173-8A58-C994F23D7B66}" dt="2026-08-30T07:08:24.579" v="18" actId="1036"/>
          <ac:spMkLst>
            <pc:docMk/>
            <pc:sldMk cId="1742565906" sldId="286"/>
            <ac:spMk id="7" creationId="{1B07E741-15DA-F949-2FA6-34934BA69663}"/>
          </ac:spMkLst>
        </pc:spChg>
      </pc:sldChg>
      <pc:sldChg chg="modSp add mod">
        <pc:chgData name="TLP TSDCEM" userId="92ebe413-b019-4fec-b0b8-7e0d48fe7989" providerId="ADAL" clId="{706B01AF-5A43-4173-8A58-C994F23D7B66}" dt="2026-08-30T07:10:08.922" v="26" actId="255"/>
        <pc:sldMkLst>
          <pc:docMk/>
          <pc:sldMk cId="45015553" sldId="287"/>
        </pc:sldMkLst>
        <pc:spChg chg="mod">
          <ac:chgData name="TLP TSDCEM" userId="92ebe413-b019-4fec-b0b8-7e0d48fe7989" providerId="ADAL" clId="{706B01AF-5A43-4173-8A58-C994F23D7B66}" dt="2026-08-30T07:10:08.922" v="26" actId="255"/>
          <ac:spMkLst>
            <pc:docMk/>
            <pc:sldMk cId="45015553" sldId="287"/>
            <ac:spMk id="3" creationId="{EFB9AFB4-73A5-6A39-5F77-9282A6FB8A08}"/>
          </ac:spMkLst>
        </pc:spChg>
      </pc:sldChg>
      <pc:sldChg chg="modSp add mod">
        <pc:chgData name="TLP TSDCEM" userId="92ebe413-b019-4fec-b0b8-7e0d48fe7989" providerId="ADAL" clId="{706B01AF-5A43-4173-8A58-C994F23D7B66}" dt="2026-08-30T07:10:47.300" v="31" actId="20577"/>
        <pc:sldMkLst>
          <pc:docMk/>
          <pc:sldMk cId="3519941698" sldId="288"/>
        </pc:sldMkLst>
        <pc:spChg chg="mod">
          <ac:chgData name="TLP TSDCEM" userId="92ebe413-b019-4fec-b0b8-7e0d48fe7989" providerId="ADAL" clId="{706B01AF-5A43-4173-8A58-C994F23D7B66}" dt="2026-08-30T07:10:47.300" v="31" actId="20577"/>
          <ac:spMkLst>
            <pc:docMk/>
            <pc:sldMk cId="3519941698" sldId="288"/>
            <ac:spMk id="3" creationId="{B6F4C99D-D4F6-562C-1C86-3BD5F20E851C}"/>
          </ac:spMkLst>
        </pc:spChg>
      </pc:sldChg>
      <pc:sldChg chg="addSp delSp modSp add mod ord modAnim">
        <pc:chgData name="TLP TSDCEM" userId="92ebe413-b019-4fec-b0b8-7e0d48fe7989" providerId="ADAL" clId="{706B01AF-5A43-4173-8A58-C994F23D7B66}" dt="2026-08-30T08:31:23.086" v="497" actId="14100"/>
        <pc:sldMkLst>
          <pc:docMk/>
          <pc:sldMk cId="3221805523" sldId="289"/>
        </pc:sldMkLst>
        <pc:spChg chg="mod">
          <ac:chgData name="TLP TSDCEM" userId="92ebe413-b019-4fec-b0b8-7e0d48fe7989" providerId="ADAL" clId="{706B01AF-5A43-4173-8A58-C994F23D7B66}" dt="2026-08-30T08:31:23.086" v="497" actId="14100"/>
          <ac:spMkLst>
            <pc:docMk/>
            <pc:sldMk cId="3221805523" sldId="289"/>
            <ac:spMk id="2" creationId="{07C9AAAC-07B1-2110-D8E9-6E91646E45A2}"/>
          </ac:spMkLst>
        </pc:spChg>
        <pc:spChg chg="mod">
          <ac:chgData name="TLP TSDCEM" userId="92ebe413-b019-4fec-b0b8-7e0d48fe7989" providerId="ADAL" clId="{706B01AF-5A43-4173-8A58-C994F23D7B66}" dt="2026-08-30T08:24:58.213" v="439" actId="1076"/>
          <ac:spMkLst>
            <pc:docMk/>
            <pc:sldMk cId="3221805523" sldId="289"/>
            <ac:spMk id="4" creationId="{89AE7EA7-DC04-18FD-DD8E-11C9B2A0F4E7}"/>
          </ac:spMkLst>
        </pc:spChg>
        <pc:spChg chg="add mod">
          <ac:chgData name="TLP TSDCEM" userId="92ebe413-b019-4fec-b0b8-7e0d48fe7989" providerId="ADAL" clId="{706B01AF-5A43-4173-8A58-C994F23D7B66}" dt="2026-08-30T08:20:57.601" v="376" actId="1037"/>
          <ac:spMkLst>
            <pc:docMk/>
            <pc:sldMk cId="3221805523" sldId="289"/>
            <ac:spMk id="5" creationId="{C71C926E-F9B8-A576-CE5C-386E2AEA03B0}"/>
          </ac:spMkLst>
        </pc:spChg>
        <pc:spChg chg="add mod">
          <ac:chgData name="TLP TSDCEM" userId="92ebe413-b019-4fec-b0b8-7e0d48fe7989" providerId="ADAL" clId="{706B01AF-5A43-4173-8A58-C994F23D7B66}" dt="2026-08-30T08:20:49.773" v="355" actId="1038"/>
          <ac:spMkLst>
            <pc:docMk/>
            <pc:sldMk cId="3221805523" sldId="289"/>
            <ac:spMk id="7" creationId="{F8A207B4-2B33-4C0A-2B1B-7714D6D7E5A0}"/>
          </ac:spMkLst>
        </pc:spChg>
        <pc:spChg chg="add mod">
          <ac:chgData name="TLP TSDCEM" userId="92ebe413-b019-4fec-b0b8-7e0d48fe7989" providerId="ADAL" clId="{706B01AF-5A43-4173-8A58-C994F23D7B66}" dt="2026-08-30T08:20:57.601" v="376" actId="1037"/>
          <ac:spMkLst>
            <pc:docMk/>
            <pc:sldMk cId="3221805523" sldId="289"/>
            <ac:spMk id="9" creationId="{50B84464-0125-2DA0-C16B-9D0583FC028D}"/>
          </ac:spMkLst>
        </pc:spChg>
        <pc:spChg chg="add mod">
          <ac:chgData name="TLP TSDCEM" userId="92ebe413-b019-4fec-b0b8-7e0d48fe7989" providerId="ADAL" clId="{706B01AF-5A43-4173-8A58-C994F23D7B66}" dt="2026-08-30T08:20:49.773" v="355" actId="1038"/>
          <ac:spMkLst>
            <pc:docMk/>
            <pc:sldMk cId="3221805523" sldId="289"/>
            <ac:spMk id="11" creationId="{A790BC95-B1E8-3824-452F-37936EE005CD}"/>
          </ac:spMkLst>
        </pc:spChg>
        <pc:spChg chg="add mod">
          <ac:chgData name="TLP TSDCEM" userId="92ebe413-b019-4fec-b0b8-7e0d48fe7989" providerId="ADAL" clId="{706B01AF-5A43-4173-8A58-C994F23D7B66}" dt="2026-08-30T08:16:30.742" v="210" actId="113"/>
          <ac:spMkLst>
            <pc:docMk/>
            <pc:sldMk cId="3221805523" sldId="289"/>
            <ac:spMk id="13" creationId="{43275033-E3E1-008B-8B67-7CB3D0150DED}"/>
          </ac:spMkLst>
        </pc:spChg>
        <pc:spChg chg="add del mod">
          <ac:chgData name="TLP TSDCEM" userId="92ebe413-b019-4fec-b0b8-7e0d48fe7989" providerId="ADAL" clId="{706B01AF-5A43-4173-8A58-C994F23D7B66}" dt="2026-08-30T08:16:23.603" v="198" actId="478"/>
          <ac:spMkLst>
            <pc:docMk/>
            <pc:sldMk cId="3221805523" sldId="289"/>
            <ac:spMk id="15" creationId="{B955DDC7-5F5B-818B-C642-2FDB335DE2BD}"/>
          </ac:spMkLst>
        </pc:spChg>
        <pc:spChg chg="add mod">
          <ac:chgData name="TLP TSDCEM" userId="92ebe413-b019-4fec-b0b8-7e0d48fe7989" providerId="ADAL" clId="{706B01AF-5A43-4173-8A58-C994F23D7B66}" dt="2026-08-30T08:20:29.974" v="298" actId="1036"/>
          <ac:spMkLst>
            <pc:docMk/>
            <pc:sldMk cId="3221805523" sldId="289"/>
            <ac:spMk id="17" creationId="{A974A5D2-3D30-E930-4DBE-56705C313564}"/>
          </ac:spMkLst>
        </pc:spChg>
        <pc:spChg chg="add del mod">
          <ac:chgData name="TLP TSDCEM" userId="92ebe413-b019-4fec-b0b8-7e0d48fe7989" providerId="ADAL" clId="{706B01AF-5A43-4173-8A58-C994F23D7B66}" dt="2026-08-30T08:25:03.815" v="441" actId="478"/>
          <ac:spMkLst>
            <pc:docMk/>
            <pc:sldMk cId="3221805523" sldId="289"/>
            <ac:spMk id="19" creationId="{73624F55-BB00-6625-7D7F-1F9AB623547A}"/>
          </ac:spMkLst>
        </pc:spChg>
        <pc:spChg chg="add mod">
          <ac:chgData name="TLP TSDCEM" userId="92ebe413-b019-4fec-b0b8-7e0d48fe7989" providerId="ADAL" clId="{706B01AF-5A43-4173-8A58-C994F23D7B66}" dt="2026-08-30T08:20:57.601" v="376" actId="1037"/>
          <ac:spMkLst>
            <pc:docMk/>
            <pc:sldMk cId="3221805523" sldId="289"/>
            <ac:spMk id="21" creationId="{7AF5110B-E997-E49F-3E3A-264C89D97E10}"/>
          </ac:spMkLst>
        </pc:spChg>
        <pc:spChg chg="add mod">
          <ac:chgData name="TLP TSDCEM" userId="92ebe413-b019-4fec-b0b8-7e0d48fe7989" providerId="ADAL" clId="{706B01AF-5A43-4173-8A58-C994F23D7B66}" dt="2026-08-30T08:20:57.601" v="376" actId="1037"/>
          <ac:spMkLst>
            <pc:docMk/>
            <pc:sldMk cId="3221805523" sldId="289"/>
            <ac:spMk id="23" creationId="{4048FE78-59FB-5A75-C25B-FD4CE63F6458}"/>
          </ac:spMkLst>
        </pc:spChg>
        <pc:spChg chg="add mod">
          <ac:chgData name="TLP TSDCEM" userId="92ebe413-b019-4fec-b0b8-7e0d48fe7989" providerId="ADAL" clId="{706B01AF-5A43-4173-8A58-C994F23D7B66}" dt="2026-08-30T08:20:49.773" v="355" actId="1038"/>
          <ac:spMkLst>
            <pc:docMk/>
            <pc:sldMk cId="3221805523" sldId="289"/>
            <ac:spMk id="25" creationId="{C41643A2-C745-5950-DCA4-37C6768E8771}"/>
          </ac:spMkLst>
        </pc:spChg>
        <pc:spChg chg="add mod">
          <ac:chgData name="TLP TSDCEM" userId="92ebe413-b019-4fec-b0b8-7e0d48fe7989" providerId="ADAL" clId="{706B01AF-5A43-4173-8A58-C994F23D7B66}" dt="2026-08-30T08:20:49.773" v="355" actId="1038"/>
          <ac:spMkLst>
            <pc:docMk/>
            <pc:sldMk cId="3221805523" sldId="289"/>
            <ac:spMk id="27" creationId="{03A18895-E6E6-ED56-FE10-EFDAFD14BAB5}"/>
          </ac:spMkLst>
        </pc:spChg>
        <pc:spChg chg="add mod">
          <ac:chgData name="TLP TSDCEM" userId="92ebe413-b019-4fec-b0b8-7e0d48fe7989" providerId="ADAL" clId="{706B01AF-5A43-4173-8A58-C994F23D7B66}" dt="2026-08-30T08:20:49.773" v="355" actId="1038"/>
          <ac:spMkLst>
            <pc:docMk/>
            <pc:sldMk cId="3221805523" sldId="289"/>
            <ac:spMk id="29" creationId="{5C90322C-43D5-1F5D-15FA-88342BEAE969}"/>
          </ac:spMkLst>
        </pc:spChg>
        <pc:spChg chg="add del mod">
          <ac:chgData name="TLP TSDCEM" userId="92ebe413-b019-4fec-b0b8-7e0d48fe7989" providerId="ADAL" clId="{706B01AF-5A43-4173-8A58-C994F23D7B66}" dt="2026-08-30T08:17:03.028" v="224" actId="478"/>
          <ac:spMkLst>
            <pc:docMk/>
            <pc:sldMk cId="3221805523" sldId="289"/>
            <ac:spMk id="31" creationId="{030E7B25-A1BB-3433-3232-7F7B0A16FEA1}"/>
          </ac:spMkLst>
        </pc:spChg>
        <pc:spChg chg="add mod">
          <ac:chgData name="TLP TSDCEM" userId="92ebe413-b019-4fec-b0b8-7e0d48fe7989" providerId="ADAL" clId="{706B01AF-5A43-4173-8A58-C994F23D7B66}" dt="2026-08-30T08:18:08.550" v="241" actId="113"/>
          <ac:spMkLst>
            <pc:docMk/>
            <pc:sldMk cId="3221805523" sldId="289"/>
            <ac:spMk id="33" creationId="{C79D9DFF-889E-768C-9356-3CAF60E515F9}"/>
          </ac:spMkLst>
        </pc:spChg>
        <pc:spChg chg="add del mod">
          <ac:chgData name="TLP TSDCEM" userId="92ebe413-b019-4fec-b0b8-7e0d48fe7989" providerId="ADAL" clId="{706B01AF-5A43-4173-8A58-C994F23D7B66}" dt="2026-08-30T08:25:01.297" v="440" actId="478"/>
          <ac:spMkLst>
            <pc:docMk/>
            <pc:sldMk cId="3221805523" sldId="289"/>
            <ac:spMk id="35" creationId="{FBADD895-6D15-A26C-414B-48C753C6235D}"/>
          </ac:spMkLst>
        </pc:spChg>
        <pc:spChg chg="add mod">
          <ac:chgData name="TLP TSDCEM" userId="92ebe413-b019-4fec-b0b8-7e0d48fe7989" providerId="ADAL" clId="{706B01AF-5A43-4173-8A58-C994F23D7B66}" dt="2026-08-30T08:20:49.773" v="355" actId="1038"/>
          <ac:spMkLst>
            <pc:docMk/>
            <pc:sldMk cId="3221805523" sldId="289"/>
            <ac:spMk id="37" creationId="{94952373-8D16-ECBB-C97C-C74AA5B18AB9}"/>
          </ac:spMkLst>
        </pc:spChg>
        <pc:spChg chg="add mod">
          <ac:chgData name="TLP TSDCEM" userId="92ebe413-b019-4fec-b0b8-7e0d48fe7989" providerId="ADAL" clId="{706B01AF-5A43-4173-8A58-C994F23D7B66}" dt="2026-08-30T08:16:03.827" v="193" actId="1076"/>
          <ac:spMkLst>
            <pc:docMk/>
            <pc:sldMk cId="3221805523" sldId="289"/>
            <ac:spMk id="39" creationId="{D02424B3-DCE2-6747-0F0B-0DE25D448AE9}"/>
          </ac:spMkLst>
        </pc:spChg>
        <pc:spChg chg="add mod">
          <ac:chgData name="TLP TSDCEM" userId="92ebe413-b019-4fec-b0b8-7e0d48fe7989" providerId="ADAL" clId="{706B01AF-5A43-4173-8A58-C994F23D7B66}" dt="2026-08-30T08:18:21.612" v="244" actId="20577"/>
          <ac:spMkLst>
            <pc:docMk/>
            <pc:sldMk cId="3221805523" sldId="289"/>
            <ac:spMk id="41" creationId="{FA82144A-771E-8D0C-3EAF-9ECC5BB75EAF}"/>
          </ac:spMkLst>
        </pc:spChg>
        <pc:spChg chg="add mod">
          <ac:chgData name="TLP TSDCEM" userId="92ebe413-b019-4fec-b0b8-7e0d48fe7989" providerId="ADAL" clId="{706B01AF-5A43-4173-8A58-C994F23D7B66}" dt="2026-08-30T08:16:03.827" v="193" actId="1076"/>
          <ac:spMkLst>
            <pc:docMk/>
            <pc:sldMk cId="3221805523" sldId="289"/>
            <ac:spMk id="43" creationId="{5F81C58C-BC0C-553E-28CE-A16F0ED2BE32}"/>
          </ac:spMkLst>
        </pc:spChg>
        <pc:spChg chg="add mod">
          <ac:chgData name="TLP TSDCEM" userId="92ebe413-b019-4fec-b0b8-7e0d48fe7989" providerId="ADAL" clId="{706B01AF-5A43-4173-8A58-C994F23D7B66}" dt="2026-08-30T08:18:27.566" v="246" actId="27636"/>
          <ac:spMkLst>
            <pc:docMk/>
            <pc:sldMk cId="3221805523" sldId="289"/>
            <ac:spMk id="45" creationId="{A1E3AFFF-CB57-7027-75DE-8E44A27D3766}"/>
          </ac:spMkLst>
        </pc:spChg>
        <pc:spChg chg="add del mod">
          <ac:chgData name="TLP TSDCEM" userId="92ebe413-b019-4fec-b0b8-7e0d48fe7989" providerId="ADAL" clId="{706B01AF-5A43-4173-8A58-C994F23D7B66}" dt="2026-08-30T08:18:30.662" v="247" actId="478"/>
          <ac:spMkLst>
            <pc:docMk/>
            <pc:sldMk cId="3221805523" sldId="289"/>
            <ac:spMk id="47" creationId="{60AFAE47-93AA-CC98-5D38-1B11B4A09F3E}"/>
          </ac:spMkLst>
        </pc:spChg>
        <pc:spChg chg="add mod">
          <ac:chgData name="TLP TSDCEM" userId="92ebe413-b019-4fec-b0b8-7e0d48fe7989" providerId="ADAL" clId="{706B01AF-5A43-4173-8A58-C994F23D7B66}" dt="2026-08-30T08:20:29.974" v="298" actId="1036"/>
          <ac:spMkLst>
            <pc:docMk/>
            <pc:sldMk cId="3221805523" sldId="289"/>
            <ac:spMk id="49" creationId="{A0DC74CD-B6C5-512B-973D-ADE6F8667EF2}"/>
          </ac:spMkLst>
        </pc:spChg>
        <pc:spChg chg="add del mod">
          <ac:chgData name="TLP TSDCEM" userId="92ebe413-b019-4fec-b0b8-7e0d48fe7989" providerId="ADAL" clId="{706B01AF-5A43-4173-8A58-C994F23D7B66}" dt="2026-08-30T08:25:01.297" v="440" actId="478"/>
          <ac:spMkLst>
            <pc:docMk/>
            <pc:sldMk cId="3221805523" sldId="289"/>
            <ac:spMk id="51" creationId="{100C33B5-41E0-5037-E541-FB16FAFFCAD9}"/>
          </ac:spMkLst>
        </pc:spChg>
        <pc:spChg chg="add mod">
          <ac:chgData name="TLP TSDCEM" userId="92ebe413-b019-4fec-b0b8-7e0d48fe7989" providerId="ADAL" clId="{706B01AF-5A43-4173-8A58-C994F23D7B66}" dt="2026-08-30T08:20:57.601" v="376" actId="1037"/>
          <ac:spMkLst>
            <pc:docMk/>
            <pc:sldMk cId="3221805523" sldId="289"/>
            <ac:spMk id="53" creationId="{7068A672-D781-F4C9-B3E4-2CA5CC82A879}"/>
          </ac:spMkLst>
        </pc:spChg>
        <pc:spChg chg="add mod">
          <ac:chgData name="TLP TSDCEM" userId="92ebe413-b019-4fec-b0b8-7e0d48fe7989" providerId="ADAL" clId="{706B01AF-5A43-4173-8A58-C994F23D7B66}" dt="2026-08-30T08:20:57.601" v="376" actId="1037"/>
          <ac:spMkLst>
            <pc:docMk/>
            <pc:sldMk cId="3221805523" sldId="289"/>
            <ac:spMk id="55" creationId="{F5A3F428-B805-8E6B-D9F0-DF31006ADE36}"/>
          </ac:spMkLst>
        </pc:spChg>
        <pc:spChg chg="add mod">
          <ac:chgData name="TLP TSDCEM" userId="92ebe413-b019-4fec-b0b8-7e0d48fe7989" providerId="ADAL" clId="{706B01AF-5A43-4173-8A58-C994F23D7B66}" dt="2026-08-30T08:20:57.601" v="376" actId="1037"/>
          <ac:spMkLst>
            <pc:docMk/>
            <pc:sldMk cId="3221805523" sldId="289"/>
            <ac:spMk id="57" creationId="{2A03BA08-E56E-C614-7CCF-734CE6F3A740}"/>
          </ac:spMkLst>
        </pc:spChg>
        <pc:spChg chg="add mod">
          <ac:chgData name="TLP TSDCEM" userId="92ebe413-b019-4fec-b0b8-7e0d48fe7989" providerId="ADAL" clId="{706B01AF-5A43-4173-8A58-C994F23D7B66}" dt="2026-08-30T08:20:49.773" v="355" actId="1038"/>
          <ac:spMkLst>
            <pc:docMk/>
            <pc:sldMk cId="3221805523" sldId="289"/>
            <ac:spMk id="59" creationId="{9F198CA7-D37F-8878-5C7C-DE6EA80D94B9}"/>
          </ac:spMkLst>
        </pc:spChg>
        <pc:spChg chg="add mod">
          <ac:chgData name="TLP TSDCEM" userId="92ebe413-b019-4fec-b0b8-7e0d48fe7989" providerId="ADAL" clId="{706B01AF-5A43-4173-8A58-C994F23D7B66}" dt="2026-08-30T08:20:49.773" v="355" actId="1038"/>
          <ac:spMkLst>
            <pc:docMk/>
            <pc:sldMk cId="3221805523" sldId="289"/>
            <ac:spMk id="61" creationId="{511233A4-9EFC-D562-B09E-B98FFCA8826E}"/>
          </ac:spMkLst>
        </pc:spChg>
        <pc:spChg chg="add del mod">
          <ac:chgData name="TLP TSDCEM" userId="92ebe413-b019-4fec-b0b8-7e0d48fe7989" providerId="ADAL" clId="{706B01AF-5A43-4173-8A58-C994F23D7B66}" dt="2026-08-30T08:19:15.521" v="257" actId="478"/>
          <ac:spMkLst>
            <pc:docMk/>
            <pc:sldMk cId="3221805523" sldId="289"/>
            <ac:spMk id="63" creationId="{C4AD7593-37EC-9977-9E8E-BF9F1705631F}"/>
          </ac:spMkLst>
        </pc:spChg>
        <pc:spChg chg="add mod">
          <ac:chgData name="TLP TSDCEM" userId="92ebe413-b019-4fec-b0b8-7e0d48fe7989" providerId="ADAL" clId="{706B01AF-5A43-4173-8A58-C994F23D7B66}" dt="2026-08-30T08:19:24.535" v="260" actId="20577"/>
          <ac:spMkLst>
            <pc:docMk/>
            <pc:sldMk cId="3221805523" sldId="289"/>
            <ac:spMk id="65" creationId="{BD00326D-6A20-1A93-6950-68C76DCB637D}"/>
          </ac:spMkLst>
        </pc:spChg>
        <pc:spChg chg="add del mod">
          <ac:chgData name="TLP TSDCEM" userId="92ebe413-b019-4fec-b0b8-7e0d48fe7989" providerId="ADAL" clId="{706B01AF-5A43-4173-8A58-C994F23D7B66}" dt="2026-08-30T08:25:01.297" v="440" actId="478"/>
          <ac:spMkLst>
            <pc:docMk/>
            <pc:sldMk cId="3221805523" sldId="289"/>
            <ac:spMk id="67" creationId="{A428146D-676C-8865-C259-79BB79F4031A}"/>
          </ac:spMkLst>
        </pc:spChg>
        <pc:spChg chg="add mod">
          <ac:chgData name="TLP TSDCEM" userId="92ebe413-b019-4fec-b0b8-7e0d48fe7989" providerId="ADAL" clId="{706B01AF-5A43-4173-8A58-C994F23D7B66}" dt="2026-08-30T08:20:57.601" v="376" actId="1037"/>
          <ac:spMkLst>
            <pc:docMk/>
            <pc:sldMk cId="3221805523" sldId="289"/>
            <ac:spMk id="69" creationId="{AFAA22BE-1B6E-D980-88F4-08067F4A50CB}"/>
          </ac:spMkLst>
        </pc:spChg>
        <pc:spChg chg="add mod">
          <ac:chgData name="TLP TSDCEM" userId="92ebe413-b019-4fec-b0b8-7e0d48fe7989" providerId="ADAL" clId="{706B01AF-5A43-4173-8A58-C994F23D7B66}" dt="2026-08-30T08:20:57.601" v="376" actId="1037"/>
          <ac:spMkLst>
            <pc:docMk/>
            <pc:sldMk cId="3221805523" sldId="289"/>
            <ac:spMk id="71" creationId="{845359D8-2FBA-BBC1-B647-1B48BC7D8356}"/>
          </ac:spMkLst>
        </pc:spChg>
        <pc:spChg chg="add mod">
          <ac:chgData name="TLP TSDCEM" userId="92ebe413-b019-4fec-b0b8-7e0d48fe7989" providerId="ADAL" clId="{706B01AF-5A43-4173-8A58-C994F23D7B66}" dt="2026-08-30T08:20:57.601" v="376" actId="1037"/>
          <ac:spMkLst>
            <pc:docMk/>
            <pc:sldMk cId="3221805523" sldId="289"/>
            <ac:spMk id="73" creationId="{3F25DC8A-5BA9-572E-D4C9-B1CE2B1925BC}"/>
          </ac:spMkLst>
        </pc:spChg>
        <pc:spChg chg="add mod">
          <ac:chgData name="TLP TSDCEM" userId="92ebe413-b019-4fec-b0b8-7e0d48fe7989" providerId="ADAL" clId="{706B01AF-5A43-4173-8A58-C994F23D7B66}" dt="2026-08-30T08:16:15.163" v="197" actId="1076"/>
          <ac:spMkLst>
            <pc:docMk/>
            <pc:sldMk cId="3221805523" sldId="289"/>
            <ac:spMk id="75" creationId="{3192DC95-F8A5-3063-F63F-C596AF7530A0}"/>
          </ac:spMkLst>
        </pc:spChg>
        <pc:spChg chg="add mod">
          <ac:chgData name="TLP TSDCEM" userId="92ebe413-b019-4fec-b0b8-7e0d48fe7989" providerId="ADAL" clId="{706B01AF-5A43-4173-8A58-C994F23D7B66}" dt="2026-08-30T08:20:07.957" v="270" actId="27636"/>
          <ac:spMkLst>
            <pc:docMk/>
            <pc:sldMk cId="3221805523" sldId="289"/>
            <ac:spMk id="77" creationId="{CF53FAAC-ABB1-B035-BBA6-D0BC94D7CEC0}"/>
          </ac:spMkLst>
        </pc:spChg>
        <pc:spChg chg="add del mod">
          <ac:chgData name="TLP TSDCEM" userId="92ebe413-b019-4fec-b0b8-7e0d48fe7989" providerId="ADAL" clId="{706B01AF-5A43-4173-8A58-C994F23D7B66}" dt="2026-08-30T08:19:55.285" v="266" actId="478"/>
          <ac:spMkLst>
            <pc:docMk/>
            <pc:sldMk cId="3221805523" sldId="289"/>
            <ac:spMk id="79" creationId="{2328FDB8-2173-1613-25B5-DAE05B63076C}"/>
          </ac:spMkLst>
        </pc:spChg>
        <pc:spChg chg="add mod">
          <ac:chgData name="TLP TSDCEM" userId="92ebe413-b019-4fec-b0b8-7e0d48fe7989" providerId="ADAL" clId="{706B01AF-5A43-4173-8A58-C994F23D7B66}" dt="2026-08-30T08:20:13.790" v="273" actId="20577"/>
          <ac:spMkLst>
            <pc:docMk/>
            <pc:sldMk cId="3221805523" sldId="289"/>
            <ac:spMk id="81" creationId="{54989FBE-B2EE-2288-99F3-8E751CFCFEE2}"/>
          </ac:spMkLst>
        </pc:spChg>
        <pc:spChg chg="add mod">
          <ac:chgData name="TLP TSDCEM" userId="92ebe413-b019-4fec-b0b8-7e0d48fe7989" providerId="ADAL" clId="{706B01AF-5A43-4173-8A58-C994F23D7B66}" dt="2026-08-30T08:24:14.875" v="423" actId="207"/>
          <ac:spMkLst>
            <pc:docMk/>
            <pc:sldMk cId="3221805523" sldId="289"/>
            <ac:spMk id="115" creationId="{FA0E82EC-0698-BEBB-9A57-CAA3B72F7A15}"/>
          </ac:spMkLst>
        </pc:spChg>
        <pc:spChg chg="add mod">
          <ac:chgData name="TLP TSDCEM" userId="92ebe413-b019-4fec-b0b8-7e0d48fe7989" providerId="ADAL" clId="{706B01AF-5A43-4173-8A58-C994F23D7B66}" dt="2026-08-30T08:24:33.523" v="434" actId="20577"/>
          <ac:spMkLst>
            <pc:docMk/>
            <pc:sldMk cId="3221805523" sldId="289"/>
            <ac:spMk id="117" creationId="{BB9F2222-B9AA-CE29-A0D4-068F0F6D0179}"/>
          </ac:spMkLst>
        </pc:spChg>
        <pc:spChg chg="add mod">
          <ac:chgData name="TLP TSDCEM" userId="92ebe413-b019-4fec-b0b8-7e0d48fe7989" providerId="ADAL" clId="{706B01AF-5A43-4173-8A58-C994F23D7B66}" dt="2026-08-30T08:24:50.770" v="438" actId="14100"/>
          <ac:spMkLst>
            <pc:docMk/>
            <pc:sldMk cId="3221805523" sldId="289"/>
            <ac:spMk id="119" creationId="{1D682DA5-7DA1-1E57-1DA0-C11A00EBF0FA}"/>
          </ac:spMkLst>
        </pc:spChg>
        <pc:spChg chg="add del">
          <ac:chgData name="TLP TSDCEM" userId="92ebe413-b019-4fec-b0b8-7e0d48fe7989" providerId="ADAL" clId="{706B01AF-5A43-4173-8A58-C994F23D7B66}" dt="2026-08-30T08:25:32.612" v="443" actId="478"/>
          <ac:spMkLst>
            <pc:docMk/>
            <pc:sldMk cId="3221805523" sldId="289"/>
            <ac:spMk id="120" creationId="{FB36BBD3-78A7-A3ED-D00C-3C41E747BC8C}"/>
          </ac:spMkLst>
        </pc:spChg>
        <pc:picChg chg="add mod">
          <ac:chgData name="TLP TSDCEM" userId="92ebe413-b019-4fec-b0b8-7e0d48fe7989" providerId="ADAL" clId="{706B01AF-5A43-4173-8A58-C994F23D7B66}" dt="2026-08-30T08:17:43.662" v="227" actId="1076"/>
          <ac:picMkLst>
            <pc:docMk/>
            <pc:sldMk cId="3221805523" sldId="289"/>
            <ac:picMk id="83" creationId="{E2EC2B5C-33ED-D16C-5827-376C50493B50}"/>
          </ac:picMkLst>
        </pc:picChg>
        <pc:picChg chg="add mod">
          <ac:chgData name="TLP TSDCEM" userId="92ebe413-b019-4fec-b0b8-7e0d48fe7989" providerId="ADAL" clId="{706B01AF-5A43-4173-8A58-C994F23D7B66}" dt="2026-08-30T08:18:19.164" v="243" actId="1076"/>
          <ac:picMkLst>
            <pc:docMk/>
            <pc:sldMk cId="3221805523" sldId="289"/>
            <ac:picMk id="85" creationId="{AEFD7246-48EA-B136-516E-54D238471BBE}"/>
          </ac:picMkLst>
        </pc:picChg>
        <pc:picChg chg="add mod">
          <ac:chgData name="TLP TSDCEM" userId="92ebe413-b019-4fec-b0b8-7e0d48fe7989" providerId="ADAL" clId="{706B01AF-5A43-4173-8A58-C994F23D7B66}" dt="2026-08-30T08:19:03.334" v="251" actId="1076"/>
          <ac:picMkLst>
            <pc:docMk/>
            <pc:sldMk cId="3221805523" sldId="289"/>
            <ac:picMk id="87" creationId="{691CC8E3-A690-8DEC-6B40-40B95B85C5C6}"/>
          </ac:picMkLst>
        </pc:picChg>
        <pc:picChg chg="add mod">
          <ac:chgData name="TLP TSDCEM" userId="92ebe413-b019-4fec-b0b8-7e0d48fe7989" providerId="ADAL" clId="{706B01AF-5A43-4173-8A58-C994F23D7B66}" dt="2026-08-30T08:19:39.066" v="262" actId="1076"/>
          <ac:picMkLst>
            <pc:docMk/>
            <pc:sldMk cId="3221805523" sldId="289"/>
            <ac:picMk id="89" creationId="{2EB9971E-F40A-706B-5724-CF07B935727D}"/>
          </ac:picMkLst>
        </pc:picChg>
        <pc:picChg chg="add mod">
          <ac:chgData name="TLP TSDCEM" userId="92ebe413-b019-4fec-b0b8-7e0d48fe7989" providerId="ADAL" clId="{706B01AF-5A43-4173-8A58-C994F23D7B66}" dt="2026-08-30T08:19:47.862" v="264" actId="1076"/>
          <ac:picMkLst>
            <pc:docMk/>
            <pc:sldMk cId="3221805523" sldId="289"/>
            <ac:picMk id="91" creationId="{5ED9D192-E558-97CF-0764-E280C95EDA81}"/>
          </ac:picMkLst>
        </pc:picChg>
        <pc:picChg chg="add mod">
          <ac:chgData name="TLP TSDCEM" userId="92ebe413-b019-4fec-b0b8-7e0d48fe7989" providerId="ADAL" clId="{706B01AF-5A43-4173-8A58-C994F23D7B66}" dt="2026-08-30T08:20:02.388" v="268" actId="1076"/>
          <ac:picMkLst>
            <pc:docMk/>
            <pc:sldMk cId="3221805523" sldId="289"/>
            <ac:picMk id="93" creationId="{2F1BA4C9-F761-8D6A-668D-06AF5BC21BE7}"/>
          </ac:picMkLst>
        </pc:picChg>
        <pc:picChg chg="add mod">
          <ac:chgData name="TLP TSDCEM" userId="92ebe413-b019-4fec-b0b8-7e0d48fe7989" providerId="ADAL" clId="{706B01AF-5A43-4173-8A58-C994F23D7B66}" dt="2026-08-30T08:22:52.965" v="392" actId="1076"/>
          <ac:picMkLst>
            <pc:docMk/>
            <pc:sldMk cId="3221805523" sldId="289"/>
            <ac:picMk id="95" creationId="{3092F041-E567-738B-E89B-3A6E56F46C16}"/>
          </ac:picMkLst>
        </pc:picChg>
        <pc:picChg chg="add mod">
          <ac:chgData name="TLP TSDCEM" userId="92ebe413-b019-4fec-b0b8-7e0d48fe7989" providerId="ADAL" clId="{706B01AF-5A43-4173-8A58-C994F23D7B66}" dt="2026-08-30T08:22:13.126" v="382" actId="1037"/>
          <ac:picMkLst>
            <pc:docMk/>
            <pc:sldMk cId="3221805523" sldId="289"/>
            <ac:picMk id="97" creationId="{735CE066-9806-471A-AEC5-C1685B1681CF}"/>
          </ac:picMkLst>
        </pc:picChg>
        <pc:picChg chg="add mod">
          <ac:chgData name="TLP TSDCEM" userId="92ebe413-b019-4fec-b0b8-7e0d48fe7989" providerId="ADAL" clId="{706B01AF-5A43-4173-8A58-C994F23D7B66}" dt="2026-08-30T08:22:24.654" v="384" actId="1076"/>
          <ac:picMkLst>
            <pc:docMk/>
            <pc:sldMk cId="3221805523" sldId="289"/>
            <ac:picMk id="99" creationId="{810F526E-D927-CCFF-AA9D-E10E3E644661}"/>
          </ac:picMkLst>
        </pc:picChg>
        <pc:picChg chg="add mod">
          <ac:chgData name="TLP TSDCEM" userId="92ebe413-b019-4fec-b0b8-7e0d48fe7989" providerId="ADAL" clId="{706B01AF-5A43-4173-8A58-C994F23D7B66}" dt="2026-08-30T08:22:31.636" v="386" actId="1076"/>
          <ac:picMkLst>
            <pc:docMk/>
            <pc:sldMk cId="3221805523" sldId="289"/>
            <ac:picMk id="101" creationId="{FA194C3C-34B6-9793-3237-A1EC447D7E33}"/>
          </ac:picMkLst>
        </pc:picChg>
        <pc:picChg chg="add mod">
          <ac:chgData name="TLP TSDCEM" userId="92ebe413-b019-4fec-b0b8-7e0d48fe7989" providerId="ADAL" clId="{706B01AF-5A43-4173-8A58-C994F23D7B66}" dt="2026-08-30T08:22:37.037" v="388" actId="1076"/>
          <ac:picMkLst>
            <pc:docMk/>
            <pc:sldMk cId="3221805523" sldId="289"/>
            <ac:picMk id="103" creationId="{68779981-83C6-D2AA-6566-B36DD36E4319}"/>
          </ac:picMkLst>
        </pc:picChg>
        <pc:picChg chg="add mod">
          <ac:chgData name="TLP TSDCEM" userId="92ebe413-b019-4fec-b0b8-7e0d48fe7989" providerId="ADAL" clId="{706B01AF-5A43-4173-8A58-C994F23D7B66}" dt="2026-08-30T08:22:45.639" v="390" actId="1076"/>
          <ac:picMkLst>
            <pc:docMk/>
            <pc:sldMk cId="3221805523" sldId="289"/>
            <ac:picMk id="105" creationId="{BF7E86E4-6DFA-8B72-3FA1-88E6B210046C}"/>
          </ac:picMkLst>
        </pc:picChg>
        <pc:picChg chg="add mod">
          <ac:chgData name="TLP TSDCEM" userId="92ebe413-b019-4fec-b0b8-7e0d48fe7989" providerId="ADAL" clId="{706B01AF-5A43-4173-8A58-C994F23D7B66}" dt="2026-08-30T08:23:01.830" v="394" actId="1076"/>
          <ac:picMkLst>
            <pc:docMk/>
            <pc:sldMk cId="3221805523" sldId="289"/>
            <ac:picMk id="107" creationId="{5D79A21D-86E3-A3A0-010B-296F6657441A}"/>
          </ac:picMkLst>
        </pc:picChg>
        <pc:picChg chg="add mod">
          <ac:chgData name="TLP TSDCEM" userId="92ebe413-b019-4fec-b0b8-7e0d48fe7989" providerId="ADAL" clId="{706B01AF-5A43-4173-8A58-C994F23D7B66}" dt="2026-08-30T08:23:06.003" v="396" actId="1076"/>
          <ac:picMkLst>
            <pc:docMk/>
            <pc:sldMk cId="3221805523" sldId="289"/>
            <ac:picMk id="109" creationId="{F2D0F122-3755-FC25-11BE-78874599DEFD}"/>
          </ac:picMkLst>
        </pc:picChg>
        <pc:picChg chg="add mod">
          <ac:chgData name="TLP TSDCEM" userId="92ebe413-b019-4fec-b0b8-7e0d48fe7989" providerId="ADAL" clId="{706B01AF-5A43-4173-8A58-C994F23D7B66}" dt="2026-08-30T08:23:11.444" v="398" actId="1076"/>
          <ac:picMkLst>
            <pc:docMk/>
            <pc:sldMk cId="3221805523" sldId="289"/>
            <ac:picMk id="111" creationId="{33AAD460-19FA-27DB-6808-9493A25EC3DB}"/>
          </ac:picMkLst>
        </pc:picChg>
        <pc:picChg chg="add mod">
          <ac:chgData name="TLP TSDCEM" userId="92ebe413-b019-4fec-b0b8-7e0d48fe7989" providerId="ADAL" clId="{706B01AF-5A43-4173-8A58-C994F23D7B66}" dt="2026-08-30T08:23:15.808" v="400" actId="1076"/>
          <ac:picMkLst>
            <pc:docMk/>
            <pc:sldMk cId="3221805523" sldId="289"/>
            <ac:picMk id="113" creationId="{E2369BEF-AC59-30F0-3462-96AEDB9C935D}"/>
          </ac:picMkLst>
        </pc:picChg>
        <pc:picChg chg="add mod">
          <ac:chgData name="TLP TSDCEM" userId="92ebe413-b019-4fec-b0b8-7e0d48fe7989" providerId="ADAL" clId="{706B01AF-5A43-4173-8A58-C994F23D7B66}" dt="2026-08-30T08:26:10.677" v="448" actId="1076"/>
          <ac:picMkLst>
            <pc:docMk/>
            <pc:sldMk cId="3221805523" sldId="289"/>
            <ac:picMk id="122" creationId="{5EA2A493-76A3-CEDA-A8D4-BAEB088D6827}"/>
          </ac:picMkLst>
        </pc:picChg>
        <pc:picChg chg="add mod">
          <ac:chgData name="TLP TSDCEM" userId="92ebe413-b019-4fec-b0b8-7e0d48fe7989" providerId="ADAL" clId="{706B01AF-5A43-4173-8A58-C994F23D7B66}" dt="2026-08-30T08:26:17.630" v="450" actId="1076"/>
          <ac:picMkLst>
            <pc:docMk/>
            <pc:sldMk cId="3221805523" sldId="289"/>
            <ac:picMk id="124" creationId="{D20AB9DC-273F-EEF2-0A68-7463B8E1328A}"/>
          </ac:picMkLst>
        </pc:picChg>
        <pc:picChg chg="add mod">
          <ac:chgData name="TLP TSDCEM" userId="92ebe413-b019-4fec-b0b8-7e0d48fe7989" providerId="ADAL" clId="{706B01AF-5A43-4173-8A58-C994F23D7B66}" dt="2026-08-30T08:26:23.971" v="452" actId="1076"/>
          <ac:picMkLst>
            <pc:docMk/>
            <pc:sldMk cId="3221805523" sldId="289"/>
            <ac:picMk id="126" creationId="{3074B0E4-DE15-B3BD-D81C-F53DB6F33C58}"/>
          </ac:picMkLst>
        </pc:picChg>
        <pc:picChg chg="add mod">
          <ac:chgData name="TLP TSDCEM" userId="92ebe413-b019-4fec-b0b8-7e0d48fe7989" providerId="ADAL" clId="{706B01AF-5A43-4173-8A58-C994F23D7B66}" dt="2026-08-30T08:26:29.396" v="454" actId="1076"/>
          <ac:picMkLst>
            <pc:docMk/>
            <pc:sldMk cId="3221805523" sldId="289"/>
            <ac:picMk id="128" creationId="{6540DF71-3631-C132-15F9-40441633BAAA}"/>
          </ac:picMkLst>
        </pc:picChg>
        <pc:picChg chg="add mod">
          <ac:chgData name="TLP TSDCEM" userId="92ebe413-b019-4fec-b0b8-7e0d48fe7989" providerId="ADAL" clId="{706B01AF-5A43-4173-8A58-C994F23D7B66}" dt="2026-08-30T08:26:36.395" v="456" actId="1076"/>
          <ac:picMkLst>
            <pc:docMk/>
            <pc:sldMk cId="3221805523" sldId="289"/>
            <ac:picMk id="130" creationId="{36E86A82-7AA9-1A56-8469-9755DDB11D9E}"/>
          </ac:picMkLst>
        </pc:picChg>
      </pc:sldChg>
      <pc:sldChg chg="addSp modSp add mod modAnim">
        <pc:chgData name="TLP TSDCEM" userId="92ebe413-b019-4fec-b0b8-7e0d48fe7989" providerId="ADAL" clId="{706B01AF-5A43-4173-8A58-C994F23D7B66}" dt="2026-08-30T08:39:41.184" v="712"/>
        <pc:sldMkLst>
          <pc:docMk/>
          <pc:sldMk cId="1981725754" sldId="290"/>
        </pc:sldMkLst>
        <pc:spChg chg="mod">
          <ac:chgData name="TLP TSDCEM" userId="92ebe413-b019-4fec-b0b8-7e0d48fe7989" providerId="ADAL" clId="{706B01AF-5A43-4173-8A58-C994F23D7B66}" dt="2026-08-30T08:31:34.592" v="503" actId="20577"/>
          <ac:spMkLst>
            <pc:docMk/>
            <pc:sldMk cId="1981725754" sldId="290"/>
            <ac:spMk id="2" creationId="{9E8C3EE3-D925-2788-16A6-C7F9092A4AE5}"/>
          </ac:spMkLst>
        </pc:spChg>
        <pc:spChg chg="add mod">
          <ac:chgData name="TLP TSDCEM" userId="92ebe413-b019-4fec-b0b8-7e0d48fe7989" providerId="ADAL" clId="{706B01AF-5A43-4173-8A58-C994F23D7B66}" dt="2026-08-30T08:34:31.886" v="669" actId="27636"/>
          <ac:spMkLst>
            <pc:docMk/>
            <pc:sldMk cId="1981725754" sldId="290"/>
            <ac:spMk id="3" creationId="{608782E7-ACBE-ECC7-75C4-2B238B47F2DD}"/>
          </ac:spMkLst>
        </pc:spChg>
        <pc:spChg chg="mod">
          <ac:chgData name="TLP TSDCEM" userId="92ebe413-b019-4fec-b0b8-7e0d48fe7989" providerId="ADAL" clId="{706B01AF-5A43-4173-8A58-C994F23D7B66}" dt="2026-08-30T08:35:53.233" v="702" actId="1076"/>
          <ac:spMkLst>
            <pc:docMk/>
            <pc:sldMk cId="1981725754" sldId="290"/>
            <ac:spMk id="4" creationId="{804A973C-88AA-E7C2-3D42-B9C5F6B0B997}"/>
          </ac:spMkLst>
        </pc:spChg>
        <pc:spChg chg="mod">
          <ac:chgData name="TLP TSDCEM" userId="92ebe413-b019-4fec-b0b8-7e0d48fe7989" providerId="ADAL" clId="{706B01AF-5A43-4173-8A58-C994F23D7B66}" dt="2026-08-30T08:32:24.648" v="507" actId="14100"/>
          <ac:spMkLst>
            <pc:docMk/>
            <pc:sldMk cId="1981725754" sldId="290"/>
            <ac:spMk id="5" creationId="{576D925B-098B-BF79-A1FA-5B80CC663138}"/>
          </ac:spMkLst>
        </pc:spChg>
        <pc:spChg chg="add mod">
          <ac:chgData name="TLP TSDCEM" userId="92ebe413-b019-4fec-b0b8-7e0d48fe7989" providerId="ADAL" clId="{706B01AF-5A43-4173-8A58-C994F23D7B66}" dt="2026-08-30T08:34:48.756" v="673" actId="20577"/>
          <ac:spMkLst>
            <pc:docMk/>
            <pc:sldMk cId="1981725754" sldId="290"/>
            <ac:spMk id="6" creationId="{86B007D7-CEE1-3438-5871-19A8DA44E4F4}"/>
          </ac:spMkLst>
        </pc:spChg>
        <pc:spChg chg="mod">
          <ac:chgData name="TLP TSDCEM" userId="92ebe413-b019-4fec-b0b8-7e0d48fe7989" providerId="ADAL" clId="{706B01AF-5A43-4173-8A58-C994F23D7B66}" dt="2026-08-30T08:33:13.404" v="552" actId="1037"/>
          <ac:spMkLst>
            <pc:docMk/>
            <pc:sldMk cId="1981725754" sldId="290"/>
            <ac:spMk id="7" creationId="{79E8A776-2971-FDBF-F97A-24F929D8790F}"/>
          </ac:spMkLst>
        </pc:spChg>
        <pc:spChg chg="add mod">
          <ac:chgData name="TLP TSDCEM" userId="92ebe413-b019-4fec-b0b8-7e0d48fe7989" providerId="ADAL" clId="{706B01AF-5A43-4173-8A58-C994F23D7B66}" dt="2026-08-30T08:35:05.223" v="677" actId="20577"/>
          <ac:spMkLst>
            <pc:docMk/>
            <pc:sldMk cId="1981725754" sldId="290"/>
            <ac:spMk id="8" creationId="{EAE55C59-696A-1E5E-510D-277EA7EB6EF4}"/>
          </ac:spMkLst>
        </pc:spChg>
        <pc:spChg chg="mod">
          <ac:chgData name="TLP TSDCEM" userId="92ebe413-b019-4fec-b0b8-7e0d48fe7989" providerId="ADAL" clId="{706B01AF-5A43-4173-8A58-C994F23D7B66}" dt="2026-08-30T08:33:20.212" v="570" actId="1037"/>
          <ac:spMkLst>
            <pc:docMk/>
            <pc:sldMk cId="1981725754" sldId="290"/>
            <ac:spMk id="9" creationId="{2F13EC59-0397-2D14-B944-B88DC0FCD520}"/>
          </ac:spMkLst>
        </pc:spChg>
        <pc:spChg chg="add mod">
          <ac:chgData name="TLP TSDCEM" userId="92ebe413-b019-4fec-b0b8-7e0d48fe7989" providerId="ADAL" clId="{706B01AF-5A43-4173-8A58-C994F23D7B66}" dt="2026-08-30T08:35:08.443" v="679" actId="20577"/>
          <ac:spMkLst>
            <pc:docMk/>
            <pc:sldMk cId="1981725754" sldId="290"/>
            <ac:spMk id="10" creationId="{5DAA1CC3-DDDC-6CEF-96A3-8327314384ED}"/>
          </ac:spMkLst>
        </pc:spChg>
        <pc:spChg chg="mod">
          <ac:chgData name="TLP TSDCEM" userId="92ebe413-b019-4fec-b0b8-7e0d48fe7989" providerId="ADAL" clId="{706B01AF-5A43-4173-8A58-C994F23D7B66}" dt="2026-08-30T08:34:13.376" v="664" actId="1037"/>
          <ac:spMkLst>
            <pc:docMk/>
            <pc:sldMk cId="1981725754" sldId="290"/>
            <ac:spMk id="11" creationId="{71324AA9-754C-1B0B-9670-469193AF5311}"/>
          </ac:spMkLst>
        </pc:spChg>
        <pc:spChg chg="add mod">
          <ac:chgData name="TLP TSDCEM" userId="92ebe413-b019-4fec-b0b8-7e0d48fe7989" providerId="ADAL" clId="{706B01AF-5A43-4173-8A58-C994F23D7B66}" dt="2026-08-30T08:39:36.592" v="711" actId="1076"/>
          <ac:spMkLst>
            <pc:docMk/>
            <pc:sldMk cId="1981725754" sldId="290"/>
            <ac:spMk id="12" creationId="{0A4CE217-DF7B-B24C-BC1E-F072E309685C}"/>
          </ac:spMkLst>
        </pc:spChg>
        <pc:spChg chg="mod">
          <ac:chgData name="TLP TSDCEM" userId="92ebe413-b019-4fec-b0b8-7e0d48fe7989" providerId="ADAL" clId="{706B01AF-5A43-4173-8A58-C994F23D7B66}" dt="2026-08-30T08:32:27.646" v="508" actId="14100"/>
          <ac:spMkLst>
            <pc:docMk/>
            <pc:sldMk cId="1981725754" sldId="290"/>
            <ac:spMk id="21" creationId="{40D7959B-FF90-5778-8530-BB6D24A46666}"/>
          </ac:spMkLst>
        </pc:spChg>
        <pc:spChg chg="mod">
          <ac:chgData name="TLP TSDCEM" userId="92ebe413-b019-4fec-b0b8-7e0d48fe7989" providerId="ADAL" clId="{706B01AF-5A43-4173-8A58-C994F23D7B66}" dt="2026-08-30T08:33:13.404" v="552" actId="1037"/>
          <ac:spMkLst>
            <pc:docMk/>
            <pc:sldMk cId="1981725754" sldId="290"/>
            <ac:spMk id="23" creationId="{4EA0E9F6-8960-90E6-451F-1CB41924FCD1}"/>
          </ac:spMkLst>
        </pc:spChg>
        <pc:spChg chg="mod">
          <ac:chgData name="TLP TSDCEM" userId="92ebe413-b019-4fec-b0b8-7e0d48fe7989" providerId="ADAL" clId="{706B01AF-5A43-4173-8A58-C994F23D7B66}" dt="2026-08-30T08:33:20.212" v="570" actId="1037"/>
          <ac:spMkLst>
            <pc:docMk/>
            <pc:sldMk cId="1981725754" sldId="290"/>
            <ac:spMk id="25" creationId="{43F9EDE5-5B3C-DAD9-917E-857866E1ED14}"/>
          </ac:spMkLst>
        </pc:spChg>
        <pc:spChg chg="mod">
          <ac:chgData name="TLP TSDCEM" userId="92ebe413-b019-4fec-b0b8-7e0d48fe7989" providerId="ADAL" clId="{706B01AF-5A43-4173-8A58-C994F23D7B66}" dt="2026-08-30T08:34:13.376" v="664" actId="1037"/>
          <ac:spMkLst>
            <pc:docMk/>
            <pc:sldMk cId="1981725754" sldId="290"/>
            <ac:spMk id="27" creationId="{4FB847BA-84D4-7F70-84C5-AE9373EB0DA6}"/>
          </ac:spMkLst>
        </pc:spChg>
        <pc:spChg chg="mod">
          <ac:chgData name="TLP TSDCEM" userId="92ebe413-b019-4fec-b0b8-7e0d48fe7989" providerId="ADAL" clId="{706B01AF-5A43-4173-8A58-C994F23D7B66}" dt="2026-08-30T08:32:29.938" v="509" actId="14100"/>
          <ac:spMkLst>
            <pc:docMk/>
            <pc:sldMk cId="1981725754" sldId="290"/>
            <ac:spMk id="37" creationId="{DD382CF9-139F-5455-05F0-30E2DD4A82F4}"/>
          </ac:spMkLst>
        </pc:spChg>
        <pc:spChg chg="mod">
          <ac:chgData name="TLP TSDCEM" userId="92ebe413-b019-4fec-b0b8-7e0d48fe7989" providerId="ADAL" clId="{706B01AF-5A43-4173-8A58-C994F23D7B66}" dt="2026-08-30T08:33:13.404" v="552" actId="1037"/>
          <ac:spMkLst>
            <pc:docMk/>
            <pc:sldMk cId="1981725754" sldId="290"/>
            <ac:spMk id="39" creationId="{E6B3210D-6796-6CE1-2597-265CF9EAAC43}"/>
          </ac:spMkLst>
        </pc:spChg>
        <pc:spChg chg="mod">
          <ac:chgData name="TLP TSDCEM" userId="92ebe413-b019-4fec-b0b8-7e0d48fe7989" providerId="ADAL" clId="{706B01AF-5A43-4173-8A58-C994F23D7B66}" dt="2026-08-30T08:33:20.212" v="570" actId="1037"/>
          <ac:spMkLst>
            <pc:docMk/>
            <pc:sldMk cId="1981725754" sldId="290"/>
            <ac:spMk id="41" creationId="{CE323169-0EC8-CD8C-CE1E-D1FE03717B23}"/>
          </ac:spMkLst>
        </pc:spChg>
        <pc:spChg chg="mod">
          <ac:chgData name="TLP TSDCEM" userId="92ebe413-b019-4fec-b0b8-7e0d48fe7989" providerId="ADAL" clId="{706B01AF-5A43-4173-8A58-C994F23D7B66}" dt="2026-08-30T08:34:13.376" v="664" actId="1037"/>
          <ac:spMkLst>
            <pc:docMk/>
            <pc:sldMk cId="1981725754" sldId="290"/>
            <ac:spMk id="43" creationId="{0DC5482F-155A-9940-1E85-BD574EBF4A3F}"/>
          </ac:spMkLst>
        </pc:spChg>
        <pc:spChg chg="mod">
          <ac:chgData name="TLP TSDCEM" userId="92ebe413-b019-4fec-b0b8-7e0d48fe7989" providerId="ADAL" clId="{706B01AF-5A43-4173-8A58-C994F23D7B66}" dt="2026-08-30T08:32:32.267" v="510" actId="14100"/>
          <ac:spMkLst>
            <pc:docMk/>
            <pc:sldMk cId="1981725754" sldId="290"/>
            <ac:spMk id="53" creationId="{F3A89AD1-7AF0-92AC-2F87-7E87ECAFCFEF}"/>
          </ac:spMkLst>
        </pc:spChg>
        <pc:spChg chg="mod">
          <ac:chgData name="TLP TSDCEM" userId="92ebe413-b019-4fec-b0b8-7e0d48fe7989" providerId="ADAL" clId="{706B01AF-5A43-4173-8A58-C994F23D7B66}" dt="2026-08-30T08:33:13.404" v="552" actId="1037"/>
          <ac:spMkLst>
            <pc:docMk/>
            <pc:sldMk cId="1981725754" sldId="290"/>
            <ac:spMk id="55" creationId="{67D7A354-358F-57D0-1E74-D3EF42DC40BA}"/>
          </ac:spMkLst>
        </pc:spChg>
        <pc:spChg chg="mod">
          <ac:chgData name="TLP TSDCEM" userId="92ebe413-b019-4fec-b0b8-7e0d48fe7989" providerId="ADAL" clId="{706B01AF-5A43-4173-8A58-C994F23D7B66}" dt="2026-08-30T08:33:20.212" v="570" actId="1037"/>
          <ac:spMkLst>
            <pc:docMk/>
            <pc:sldMk cId="1981725754" sldId="290"/>
            <ac:spMk id="57" creationId="{840F3451-33A7-A2E4-F575-0A0E3753BFD0}"/>
          </ac:spMkLst>
        </pc:spChg>
        <pc:spChg chg="mod">
          <ac:chgData name="TLP TSDCEM" userId="92ebe413-b019-4fec-b0b8-7e0d48fe7989" providerId="ADAL" clId="{706B01AF-5A43-4173-8A58-C994F23D7B66}" dt="2026-08-30T08:34:13.376" v="664" actId="1037"/>
          <ac:spMkLst>
            <pc:docMk/>
            <pc:sldMk cId="1981725754" sldId="290"/>
            <ac:spMk id="59" creationId="{C6F5BC50-05CE-5C6E-B9EB-4BB621F839D3}"/>
          </ac:spMkLst>
        </pc:spChg>
        <pc:spChg chg="mod">
          <ac:chgData name="TLP TSDCEM" userId="92ebe413-b019-4fec-b0b8-7e0d48fe7989" providerId="ADAL" clId="{706B01AF-5A43-4173-8A58-C994F23D7B66}" dt="2026-08-30T08:32:34.862" v="511" actId="14100"/>
          <ac:spMkLst>
            <pc:docMk/>
            <pc:sldMk cId="1981725754" sldId="290"/>
            <ac:spMk id="69" creationId="{5A0C8019-601A-EB27-CCD3-5F8EA17F652D}"/>
          </ac:spMkLst>
        </pc:spChg>
        <pc:spChg chg="mod">
          <ac:chgData name="TLP TSDCEM" userId="92ebe413-b019-4fec-b0b8-7e0d48fe7989" providerId="ADAL" clId="{706B01AF-5A43-4173-8A58-C994F23D7B66}" dt="2026-08-30T08:33:13.404" v="552" actId="1037"/>
          <ac:spMkLst>
            <pc:docMk/>
            <pc:sldMk cId="1981725754" sldId="290"/>
            <ac:spMk id="71" creationId="{A6FA18A3-F5D0-B855-C090-9CE4F44C95BC}"/>
          </ac:spMkLst>
        </pc:spChg>
        <pc:spChg chg="mod">
          <ac:chgData name="TLP TSDCEM" userId="92ebe413-b019-4fec-b0b8-7e0d48fe7989" providerId="ADAL" clId="{706B01AF-5A43-4173-8A58-C994F23D7B66}" dt="2026-08-30T08:33:20.212" v="570" actId="1037"/>
          <ac:spMkLst>
            <pc:docMk/>
            <pc:sldMk cId="1981725754" sldId="290"/>
            <ac:spMk id="73" creationId="{80D257F5-CD45-17CB-2760-5D74F69B8B55}"/>
          </ac:spMkLst>
        </pc:spChg>
        <pc:spChg chg="mod">
          <ac:chgData name="TLP TSDCEM" userId="92ebe413-b019-4fec-b0b8-7e0d48fe7989" providerId="ADAL" clId="{706B01AF-5A43-4173-8A58-C994F23D7B66}" dt="2026-08-30T08:34:13.376" v="664" actId="1037"/>
          <ac:spMkLst>
            <pc:docMk/>
            <pc:sldMk cId="1981725754" sldId="290"/>
            <ac:spMk id="75" creationId="{4F9223C0-DAD3-AC2E-743C-B45FE097FF84}"/>
          </ac:spMkLst>
        </pc:spChg>
        <pc:picChg chg="mod">
          <ac:chgData name="TLP TSDCEM" userId="92ebe413-b019-4fec-b0b8-7e0d48fe7989" providerId="ADAL" clId="{706B01AF-5A43-4173-8A58-C994F23D7B66}" dt="2026-08-30T08:33:13.404" v="552" actId="1037"/>
          <ac:picMkLst>
            <pc:docMk/>
            <pc:sldMk cId="1981725754" sldId="290"/>
            <ac:picMk id="85" creationId="{F3CF5854-448E-A11B-4D3D-2167F42C515A}"/>
          </ac:picMkLst>
        </pc:picChg>
        <pc:picChg chg="mod">
          <ac:chgData name="TLP TSDCEM" userId="92ebe413-b019-4fec-b0b8-7e0d48fe7989" providerId="ADAL" clId="{706B01AF-5A43-4173-8A58-C994F23D7B66}" dt="2026-08-30T08:34:13.376" v="664" actId="1037"/>
          <ac:picMkLst>
            <pc:docMk/>
            <pc:sldMk cId="1981725754" sldId="290"/>
            <ac:picMk id="87" creationId="{5073EF8D-E2DA-F006-A664-9CB94796D1E7}"/>
          </ac:picMkLst>
        </pc:picChg>
        <pc:picChg chg="mod">
          <ac:chgData name="TLP TSDCEM" userId="92ebe413-b019-4fec-b0b8-7e0d48fe7989" providerId="ADAL" clId="{706B01AF-5A43-4173-8A58-C994F23D7B66}" dt="2026-08-30T08:33:13.404" v="552" actId="1037"/>
          <ac:picMkLst>
            <pc:docMk/>
            <pc:sldMk cId="1981725754" sldId="290"/>
            <ac:picMk id="91" creationId="{47330333-58E2-B71C-802C-3AC665C40163}"/>
          </ac:picMkLst>
        </pc:picChg>
        <pc:picChg chg="mod ord">
          <ac:chgData name="TLP TSDCEM" userId="92ebe413-b019-4fec-b0b8-7e0d48fe7989" providerId="ADAL" clId="{706B01AF-5A43-4173-8A58-C994F23D7B66}" dt="2026-08-30T08:37:36.274" v="706" actId="166"/>
          <ac:picMkLst>
            <pc:docMk/>
            <pc:sldMk cId="1981725754" sldId="290"/>
            <ac:picMk id="93" creationId="{9CB42204-9F19-F41C-A13E-25331FE163E6}"/>
          </ac:picMkLst>
        </pc:picChg>
        <pc:picChg chg="mod">
          <ac:chgData name="TLP TSDCEM" userId="92ebe413-b019-4fec-b0b8-7e0d48fe7989" providerId="ADAL" clId="{706B01AF-5A43-4173-8A58-C994F23D7B66}" dt="2026-08-30T08:33:35.603" v="608" actId="1037"/>
          <ac:picMkLst>
            <pc:docMk/>
            <pc:sldMk cId="1981725754" sldId="290"/>
            <ac:picMk id="95" creationId="{24BAAE4E-C747-8A8B-C726-97CBDAD215C3}"/>
          </ac:picMkLst>
        </pc:picChg>
        <pc:picChg chg="mod">
          <ac:chgData name="TLP TSDCEM" userId="92ebe413-b019-4fec-b0b8-7e0d48fe7989" providerId="ADAL" clId="{706B01AF-5A43-4173-8A58-C994F23D7B66}" dt="2026-08-30T08:33:35.603" v="608" actId="1037"/>
          <ac:picMkLst>
            <pc:docMk/>
            <pc:sldMk cId="1981725754" sldId="290"/>
            <ac:picMk id="107" creationId="{716E2A90-E40A-1EBA-1EFD-AFCED7702F9A}"/>
          </ac:picMkLst>
        </pc:picChg>
        <pc:picChg chg="mod">
          <ac:chgData name="TLP TSDCEM" userId="92ebe413-b019-4fec-b0b8-7e0d48fe7989" providerId="ADAL" clId="{706B01AF-5A43-4173-8A58-C994F23D7B66}" dt="2026-08-30T08:33:35.603" v="608" actId="1037"/>
          <ac:picMkLst>
            <pc:docMk/>
            <pc:sldMk cId="1981725754" sldId="290"/>
            <ac:picMk id="109" creationId="{7A4808BB-19E1-502B-C190-F8CDF8884701}"/>
          </ac:picMkLst>
        </pc:picChg>
        <pc:picChg chg="mod">
          <ac:chgData name="TLP TSDCEM" userId="92ebe413-b019-4fec-b0b8-7e0d48fe7989" providerId="ADAL" clId="{706B01AF-5A43-4173-8A58-C994F23D7B66}" dt="2026-08-30T08:33:35.603" v="608" actId="1037"/>
          <ac:picMkLst>
            <pc:docMk/>
            <pc:sldMk cId="1981725754" sldId="290"/>
            <ac:picMk id="111" creationId="{E800898C-9991-A47E-545D-369074094384}"/>
          </ac:picMkLst>
        </pc:picChg>
        <pc:picChg chg="mod">
          <ac:chgData name="TLP TSDCEM" userId="92ebe413-b019-4fec-b0b8-7e0d48fe7989" providerId="ADAL" clId="{706B01AF-5A43-4173-8A58-C994F23D7B66}" dt="2026-08-30T08:33:35.603" v="608" actId="1037"/>
          <ac:picMkLst>
            <pc:docMk/>
            <pc:sldMk cId="1981725754" sldId="290"/>
            <ac:picMk id="113" creationId="{3E50115A-086B-5932-5DFA-874447575882}"/>
          </ac:picMkLst>
        </pc:picChg>
      </pc:sldChg>
    </pc:docChg>
  </pc:docChgLst>
  <pc:docChgLst>
    <pc:chgData name="Dr. Vivek Kumar Rajeshwar Singh" userId="3e8128d0-c58d-40e8-a5a5-21116a6ed258" providerId="ADAL" clId="{1B3AD721-1096-4E7D-9CBD-74B830B54165}"/>
    <pc:docChg chg="undo redo custSel addSld delSld modSld">
      <pc:chgData name="Dr. Vivek Kumar Rajeshwar Singh" userId="3e8128d0-c58d-40e8-a5a5-21116a6ed258" providerId="ADAL" clId="{1B3AD721-1096-4E7D-9CBD-74B830B54165}" dt="2026-08-30T14:36:03.450" v="1107" actId="113"/>
      <pc:docMkLst>
        <pc:docMk/>
      </pc:docMkLst>
      <pc:sldChg chg="modSp mod">
        <pc:chgData name="Dr. Vivek Kumar Rajeshwar Singh" userId="3e8128d0-c58d-40e8-a5a5-21116a6ed258" providerId="ADAL" clId="{1B3AD721-1096-4E7D-9CBD-74B830B54165}" dt="2026-08-30T13:11:21.753" v="304" actId="115"/>
        <pc:sldMkLst>
          <pc:docMk/>
          <pc:sldMk cId="0" sldId="256"/>
        </pc:sldMkLst>
        <pc:spChg chg="mod">
          <ac:chgData name="Dr. Vivek Kumar Rajeshwar Singh" userId="3e8128d0-c58d-40e8-a5a5-21116a6ed258" providerId="ADAL" clId="{1B3AD721-1096-4E7D-9CBD-74B830B54165}" dt="2026-08-30T13:11:14.992" v="303" actId="20577"/>
          <ac:spMkLst>
            <pc:docMk/>
            <pc:sldMk cId="0" sldId="256"/>
            <ac:spMk id="7" creationId="{00000000-0000-0000-0000-000000000000}"/>
          </ac:spMkLst>
        </pc:spChg>
        <pc:spChg chg="mod">
          <ac:chgData name="Dr. Vivek Kumar Rajeshwar Singh" userId="3e8128d0-c58d-40e8-a5a5-21116a6ed258" providerId="ADAL" clId="{1B3AD721-1096-4E7D-9CBD-74B830B54165}" dt="2026-08-30T13:11:21.753" v="304" actId="115"/>
          <ac:spMkLst>
            <pc:docMk/>
            <pc:sldMk cId="0" sldId="256"/>
            <ac:spMk id="9" creationId="{00000000-0000-0000-0000-000000000000}"/>
          </ac:spMkLst>
        </pc:spChg>
      </pc:sldChg>
      <pc:sldChg chg="modSp mod">
        <pc:chgData name="Dr. Vivek Kumar Rajeshwar Singh" userId="3e8128d0-c58d-40e8-a5a5-21116a6ed258" providerId="ADAL" clId="{1B3AD721-1096-4E7D-9CBD-74B830B54165}" dt="2026-08-30T13:23:45.848" v="420" actId="20577"/>
        <pc:sldMkLst>
          <pc:docMk/>
          <pc:sldMk cId="0" sldId="258"/>
        </pc:sldMkLst>
        <pc:spChg chg="mod">
          <ac:chgData name="Dr. Vivek Kumar Rajeshwar Singh" userId="3e8128d0-c58d-40e8-a5a5-21116a6ed258" providerId="ADAL" clId="{1B3AD721-1096-4E7D-9CBD-74B830B54165}" dt="2026-08-30T13:23:45.848" v="420" actId="20577"/>
          <ac:spMkLst>
            <pc:docMk/>
            <pc:sldMk cId="0" sldId="258"/>
            <ac:spMk id="2" creationId="{00000000-0000-0000-0000-000000000000}"/>
          </ac:spMkLst>
        </pc:spChg>
        <pc:spChg chg="mod">
          <ac:chgData name="Dr. Vivek Kumar Rajeshwar Singh" userId="3e8128d0-c58d-40e8-a5a5-21116a6ed258" providerId="ADAL" clId="{1B3AD721-1096-4E7D-9CBD-74B830B54165}" dt="2026-08-29T09:02:03.783" v="201"/>
          <ac:spMkLst>
            <pc:docMk/>
            <pc:sldMk cId="0" sldId="258"/>
            <ac:spMk id="3" creationId="{00000000-0000-0000-0000-000000000000}"/>
          </ac:spMkLst>
        </pc:spChg>
      </pc:sldChg>
      <pc:sldChg chg="modSp mod">
        <pc:chgData name="Dr. Vivek Kumar Rajeshwar Singh" userId="3e8128d0-c58d-40e8-a5a5-21116a6ed258" providerId="ADAL" clId="{1B3AD721-1096-4E7D-9CBD-74B830B54165}" dt="2026-08-30T13:42:37.162" v="521" actId="20577"/>
        <pc:sldMkLst>
          <pc:docMk/>
          <pc:sldMk cId="0" sldId="260"/>
        </pc:sldMkLst>
        <pc:spChg chg="mod">
          <ac:chgData name="Dr. Vivek Kumar Rajeshwar Singh" userId="3e8128d0-c58d-40e8-a5a5-21116a6ed258" providerId="ADAL" clId="{1B3AD721-1096-4E7D-9CBD-74B830B54165}" dt="2026-08-30T13:42:37.162" v="521" actId="20577"/>
          <ac:spMkLst>
            <pc:docMk/>
            <pc:sldMk cId="0" sldId="260"/>
            <ac:spMk id="4" creationId="{CFBB2E6A-2DDC-CBA3-98FE-6210716B832C}"/>
          </ac:spMkLst>
        </pc:spChg>
      </pc:sldChg>
      <pc:sldChg chg="modSp mod">
        <pc:chgData name="Dr. Vivek Kumar Rajeshwar Singh" userId="3e8128d0-c58d-40e8-a5a5-21116a6ed258" providerId="ADAL" clId="{1B3AD721-1096-4E7D-9CBD-74B830B54165}" dt="2026-08-30T13:55:22.743" v="692"/>
        <pc:sldMkLst>
          <pc:docMk/>
          <pc:sldMk cId="0" sldId="261"/>
        </pc:sldMkLst>
        <pc:spChg chg="mod">
          <ac:chgData name="Dr. Vivek Kumar Rajeshwar Singh" userId="3e8128d0-c58d-40e8-a5a5-21116a6ed258" providerId="ADAL" clId="{1B3AD721-1096-4E7D-9CBD-74B830B54165}" dt="2026-08-30T13:55:22.743" v="692"/>
          <ac:spMkLst>
            <pc:docMk/>
            <pc:sldMk cId="0" sldId="261"/>
            <ac:spMk id="4" creationId="{B9C85D11-AF21-9FAD-8A92-26FEDBC1F6C9}"/>
          </ac:spMkLst>
        </pc:spChg>
      </pc:sldChg>
      <pc:sldChg chg="addSp delSp modSp mod">
        <pc:chgData name="Dr. Vivek Kumar Rajeshwar Singh" userId="3e8128d0-c58d-40e8-a5a5-21116a6ed258" providerId="ADAL" clId="{1B3AD721-1096-4E7D-9CBD-74B830B54165}" dt="2026-08-30T13:54:53.571" v="689" actId="20577"/>
        <pc:sldMkLst>
          <pc:docMk/>
          <pc:sldMk cId="0" sldId="262"/>
        </pc:sldMkLst>
        <pc:spChg chg="mod">
          <ac:chgData name="Dr. Vivek Kumar Rajeshwar Singh" userId="3e8128d0-c58d-40e8-a5a5-21116a6ed258" providerId="ADAL" clId="{1B3AD721-1096-4E7D-9CBD-74B830B54165}" dt="2026-08-30T13:54:53.571" v="689" actId="20577"/>
          <ac:spMkLst>
            <pc:docMk/>
            <pc:sldMk cId="0" sldId="262"/>
            <ac:spMk id="4" creationId="{752BC377-F8D9-93EA-A61F-F0567B3D7C82}"/>
          </ac:spMkLst>
        </pc:spChg>
        <pc:spChg chg="add mod">
          <ac:chgData name="Dr. Vivek Kumar Rajeshwar Singh" userId="3e8128d0-c58d-40e8-a5a5-21116a6ed258" providerId="ADAL" clId="{1B3AD721-1096-4E7D-9CBD-74B830B54165}" dt="2026-08-30T13:53:44.941" v="682" actId="1035"/>
          <ac:spMkLst>
            <pc:docMk/>
            <pc:sldMk cId="0" sldId="262"/>
            <ac:spMk id="8" creationId="{D8F5B09D-6E34-476D-FB5F-81C9D8035A8C}"/>
          </ac:spMkLst>
        </pc:spChg>
        <pc:spChg chg="add del">
          <ac:chgData name="Dr. Vivek Kumar Rajeshwar Singh" userId="3e8128d0-c58d-40e8-a5a5-21116a6ed258" providerId="ADAL" clId="{1B3AD721-1096-4E7D-9CBD-74B830B54165}" dt="2026-08-30T13:29:33.745" v="514" actId="22"/>
          <ac:spMkLst>
            <pc:docMk/>
            <pc:sldMk cId="0" sldId="262"/>
            <ac:spMk id="10" creationId="{2BE8C00F-4A2C-9A8F-A0E3-78A6242AB0A7}"/>
          </ac:spMkLst>
        </pc:spChg>
        <pc:picChg chg="add del mod">
          <ac:chgData name="Dr. Vivek Kumar Rajeshwar Singh" userId="3e8128d0-c58d-40e8-a5a5-21116a6ed258" providerId="ADAL" clId="{1B3AD721-1096-4E7D-9CBD-74B830B54165}" dt="2026-08-30T13:28:55.167" v="507" actId="478"/>
          <ac:picMkLst>
            <pc:docMk/>
            <pc:sldMk cId="0" sldId="262"/>
            <ac:picMk id="6" creationId="{6A946055-49AA-3CF3-072C-C4E53199E186}"/>
          </ac:picMkLst>
        </pc:picChg>
      </pc:sldChg>
      <pc:sldChg chg="modSp mod">
        <pc:chgData name="Dr. Vivek Kumar Rajeshwar Singh" userId="3e8128d0-c58d-40e8-a5a5-21116a6ed258" providerId="ADAL" clId="{1B3AD721-1096-4E7D-9CBD-74B830B54165}" dt="2026-08-30T13:27:27.722" v="489" actId="1076"/>
        <pc:sldMkLst>
          <pc:docMk/>
          <pc:sldMk cId="0" sldId="263"/>
        </pc:sldMkLst>
        <pc:spChg chg="mod">
          <ac:chgData name="Dr. Vivek Kumar Rajeshwar Singh" userId="3e8128d0-c58d-40e8-a5a5-21116a6ed258" providerId="ADAL" clId="{1B3AD721-1096-4E7D-9CBD-74B830B54165}" dt="2026-08-30T13:27:27.722" v="489" actId="1076"/>
          <ac:spMkLst>
            <pc:docMk/>
            <pc:sldMk cId="0" sldId="263"/>
            <ac:spMk id="4" creationId="{306ACB78-48F6-AB3B-57D1-9E633F1BEBB3}"/>
          </ac:spMkLst>
        </pc:spChg>
      </pc:sldChg>
      <pc:sldChg chg="modSp mod">
        <pc:chgData name="Dr. Vivek Kumar Rajeshwar Singh" userId="3e8128d0-c58d-40e8-a5a5-21116a6ed258" providerId="ADAL" clId="{1B3AD721-1096-4E7D-9CBD-74B830B54165}" dt="2026-08-30T13:59:09.158" v="776" actId="20577"/>
        <pc:sldMkLst>
          <pc:docMk/>
          <pc:sldMk cId="0" sldId="264"/>
        </pc:sldMkLst>
        <pc:spChg chg="mod">
          <ac:chgData name="Dr. Vivek Kumar Rajeshwar Singh" userId="3e8128d0-c58d-40e8-a5a5-21116a6ed258" providerId="ADAL" clId="{1B3AD721-1096-4E7D-9CBD-74B830B54165}" dt="2026-08-30T13:57:01.345" v="712" actId="20577"/>
          <ac:spMkLst>
            <pc:docMk/>
            <pc:sldMk cId="0" sldId="264"/>
            <ac:spMk id="2" creationId="{00000000-0000-0000-0000-000000000000}"/>
          </ac:spMkLst>
        </pc:spChg>
        <pc:spChg chg="mod">
          <ac:chgData name="Dr. Vivek Kumar Rajeshwar Singh" userId="3e8128d0-c58d-40e8-a5a5-21116a6ed258" providerId="ADAL" clId="{1B3AD721-1096-4E7D-9CBD-74B830B54165}" dt="2026-08-30T13:59:09.158" v="776" actId="20577"/>
          <ac:spMkLst>
            <pc:docMk/>
            <pc:sldMk cId="0" sldId="264"/>
            <ac:spMk id="4" creationId="{FF4E1634-4019-E065-906E-06BE76ABAFB7}"/>
          </ac:spMkLst>
        </pc:spChg>
      </pc:sldChg>
      <pc:sldChg chg="modSp del mod">
        <pc:chgData name="Dr. Vivek Kumar Rajeshwar Singh" userId="3e8128d0-c58d-40e8-a5a5-21116a6ed258" providerId="ADAL" clId="{1B3AD721-1096-4E7D-9CBD-74B830B54165}" dt="2026-08-30T14:03:51.505" v="837" actId="2696"/>
        <pc:sldMkLst>
          <pc:docMk/>
          <pc:sldMk cId="0" sldId="265"/>
        </pc:sldMkLst>
        <pc:spChg chg="mod">
          <ac:chgData name="Dr. Vivek Kumar Rajeshwar Singh" userId="3e8128d0-c58d-40e8-a5a5-21116a6ed258" providerId="ADAL" clId="{1B3AD721-1096-4E7D-9CBD-74B830B54165}" dt="2026-08-30T14:01:01.587" v="826" actId="20577"/>
          <ac:spMkLst>
            <pc:docMk/>
            <pc:sldMk cId="0" sldId="265"/>
            <ac:spMk id="2" creationId="{00000000-0000-0000-0000-000000000000}"/>
          </ac:spMkLst>
        </pc:spChg>
        <pc:spChg chg="mod">
          <ac:chgData name="Dr. Vivek Kumar Rajeshwar Singh" userId="3e8128d0-c58d-40e8-a5a5-21116a6ed258" providerId="ADAL" clId="{1B3AD721-1096-4E7D-9CBD-74B830B54165}" dt="2026-08-30T14:02:50.518" v="836" actId="14100"/>
          <ac:spMkLst>
            <pc:docMk/>
            <pc:sldMk cId="0" sldId="265"/>
            <ac:spMk id="4" creationId="{C7E5144F-7552-E15F-9B53-BC905E388E36}"/>
          </ac:spMkLst>
        </pc:spChg>
      </pc:sldChg>
      <pc:sldChg chg="modSp add mod">
        <pc:chgData name="Dr. Vivek Kumar Rajeshwar Singh" userId="3e8128d0-c58d-40e8-a5a5-21116a6ed258" providerId="ADAL" clId="{1B3AD721-1096-4E7D-9CBD-74B830B54165}" dt="2026-08-30T14:36:03.450" v="1107" actId="113"/>
        <pc:sldMkLst>
          <pc:docMk/>
          <pc:sldMk cId="3425870701" sldId="265"/>
        </pc:sldMkLst>
        <pc:spChg chg="mod">
          <ac:chgData name="Dr. Vivek Kumar Rajeshwar Singh" userId="3e8128d0-c58d-40e8-a5a5-21116a6ed258" providerId="ADAL" clId="{1B3AD721-1096-4E7D-9CBD-74B830B54165}" dt="2026-08-30T14:36:03.450" v="1107" actId="113"/>
          <ac:spMkLst>
            <pc:docMk/>
            <pc:sldMk cId="3425870701" sldId="265"/>
            <ac:spMk id="4" creationId="{C7E5144F-7552-E15F-9B53-BC905E388E36}"/>
          </ac:spMkLst>
        </pc:spChg>
      </pc:sldChg>
      <pc:sldChg chg="modSp mod">
        <pc:chgData name="Dr. Vivek Kumar Rajeshwar Singh" userId="3e8128d0-c58d-40e8-a5a5-21116a6ed258" providerId="ADAL" clId="{1B3AD721-1096-4E7D-9CBD-74B830B54165}" dt="2026-08-30T14:14:00.102" v="970" actId="114"/>
        <pc:sldMkLst>
          <pc:docMk/>
          <pc:sldMk cId="0" sldId="267"/>
        </pc:sldMkLst>
        <pc:spChg chg="mod">
          <ac:chgData name="Dr. Vivek Kumar Rajeshwar Singh" userId="3e8128d0-c58d-40e8-a5a5-21116a6ed258" providerId="ADAL" clId="{1B3AD721-1096-4E7D-9CBD-74B830B54165}" dt="2026-08-30T14:14:00.102" v="970" actId="114"/>
          <ac:spMkLst>
            <pc:docMk/>
            <pc:sldMk cId="0" sldId="267"/>
            <ac:spMk id="3" creationId="{00000000-0000-0000-0000-000000000000}"/>
          </ac:spMkLst>
        </pc:spChg>
      </pc:sldChg>
      <pc:sldChg chg="modSp mod">
        <pc:chgData name="Dr. Vivek Kumar Rajeshwar Singh" userId="3e8128d0-c58d-40e8-a5a5-21116a6ed258" providerId="ADAL" clId="{1B3AD721-1096-4E7D-9CBD-74B830B54165}" dt="2026-08-30T13:23:49.408" v="421" actId="20577"/>
        <pc:sldMkLst>
          <pc:docMk/>
          <pc:sldMk cId="3173931154" sldId="268"/>
        </pc:sldMkLst>
        <pc:spChg chg="mod">
          <ac:chgData name="Dr. Vivek Kumar Rajeshwar Singh" userId="3e8128d0-c58d-40e8-a5a5-21116a6ed258" providerId="ADAL" clId="{1B3AD721-1096-4E7D-9CBD-74B830B54165}" dt="2026-08-30T13:23:49.408" v="421" actId="20577"/>
          <ac:spMkLst>
            <pc:docMk/>
            <pc:sldMk cId="3173931154" sldId="268"/>
            <ac:spMk id="2" creationId="{BED96C30-DC41-61EA-E1FE-E2844DEBAC1D}"/>
          </ac:spMkLst>
        </pc:spChg>
        <pc:spChg chg="mod">
          <ac:chgData name="Dr. Vivek Kumar Rajeshwar Singh" userId="3e8128d0-c58d-40e8-a5a5-21116a6ed258" providerId="ADAL" clId="{1B3AD721-1096-4E7D-9CBD-74B830B54165}" dt="2026-08-29T09:01:30.317" v="187" actId="14100"/>
          <ac:spMkLst>
            <pc:docMk/>
            <pc:sldMk cId="3173931154" sldId="268"/>
            <ac:spMk id="3" creationId="{81ABC063-2A2D-1D51-2355-68F5FCA19D45}"/>
          </ac:spMkLst>
        </pc:spChg>
      </pc:sldChg>
      <pc:sldChg chg="modSp mod">
        <pc:chgData name="Dr. Vivek Kumar Rajeshwar Singh" userId="3e8128d0-c58d-40e8-a5a5-21116a6ed258" providerId="ADAL" clId="{1B3AD721-1096-4E7D-9CBD-74B830B54165}" dt="2026-08-30T13:56:14.889" v="697" actId="20577"/>
        <pc:sldMkLst>
          <pc:docMk/>
          <pc:sldMk cId="568316297" sldId="269"/>
        </pc:sldMkLst>
        <pc:spChg chg="mod">
          <ac:chgData name="Dr. Vivek Kumar Rajeshwar Singh" userId="3e8128d0-c58d-40e8-a5a5-21116a6ed258" providerId="ADAL" clId="{1B3AD721-1096-4E7D-9CBD-74B830B54165}" dt="2026-08-30T13:56:14.889" v="697" actId="20577"/>
          <ac:spMkLst>
            <pc:docMk/>
            <pc:sldMk cId="568316297" sldId="269"/>
            <ac:spMk id="2" creationId="{00000000-0000-0000-0000-000000000000}"/>
          </ac:spMkLst>
        </pc:spChg>
        <pc:picChg chg="mod">
          <ac:chgData name="Dr. Vivek Kumar Rajeshwar Singh" userId="3e8128d0-c58d-40e8-a5a5-21116a6ed258" providerId="ADAL" clId="{1B3AD721-1096-4E7D-9CBD-74B830B54165}" dt="2026-08-29T09:03:26.886" v="207" actId="14100"/>
          <ac:picMkLst>
            <pc:docMk/>
            <pc:sldMk cId="568316297" sldId="269"/>
            <ac:picMk id="6" creationId="{00000000-0000-0000-0000-000000000000}"/>
          </ac:picMkLst>
        </pc:picChg>
      </pc:sldChg>
      <pc:sldChg chg="modSp mod">
        <pc:chgData name="Dr. Vivek Kumar Rajeshwar Singh" userId="3e8128d0-c58d-40e8-a5a5-21116a6ed258" providerId="ADAL" clId="{1B3AD721-1096-4E7D-9CBD-74B830B54165}" dt="2026-08-30T13:56:12.031" v="695" actId="20577"/>
        <pc:sldMkLst>
          <pc:docMk/>
          <pc:sldMk cId="1231561175" sldId="270"/>
        </pc:sldMkLst>
        <pc:spChg chg="mod">
          <ac:chgData name="Dr. Vivek Kumar Rajeshwar Singh" userId="3e8128d0-c58d-40e8-a5a5-21116a6ed258" providerId="ADAL" clId="{1B3AD721-1096-4E7D-9CBD-74B830B54165}" dt="2026-08-30T13:56:12.031" v="695" actId="20577"/>
          <ac:spMkLst>
            <pc:docMk/>
            <pc:sldMk cId="1231561175" sldId="270"/>
            <ac:spMk id="2" creationId="{5AFF8542-A5EC-42CA-0391-220D313C61FD}"/>
          </ac:spMkLst>
        </pc:spChg>
        <pc:spChg chg="mod">
          <ac:chgData name="Dr. Vivek Kumar Rajeshwar Singh" userId="3e8128d0-c58d-40e8-a5a5-21116a6ed258" providerId="ADAL" clId="{1B3AD721-1096-4E7D-9CBD-74B830B54165}" dt="2026-08-30T13:30:28.257" v="518" actId="403"/>
          <ac:spMkLst>
            <pc:docMk/>
            <pc:sldMk cId="1231561175" sldId="270"/>
            <ac:spMk id="5" creationId="{00000000-0000-0000-0000-000000000000}"/>
          </ac:spMkLst>
        </pc:spChg>
      </pc:sldChg>
      <pc:sldChg chg="modSp mod">
        <pc:chgData name="Dr. Vivek Kumar Rajeshwar Singh" userId="3e8128d0-c58d-40e8-a5a5-21116a6ed258" providerId="ADAL" clId="{1B3AD721-1096-4E7D-9CBD-74B830B54165}" dt="2026-08-30T14:23:46.457" v="981" actId="313"/>
        <pc:sldMkLst>
          <pc:docMk/>
          <pc:sldMk cId="3911129577" sldId="271"/>
        </pc:sldMkLst>
        <pc:spChg chg="mod">
          <ac:chgData name="Dr. Vivek Kumar Rajeshwar Singh" userId="3e8128d0-c58d-40e8-a5a5-21116a6ed258" providerId="ADAL" clId="{1B3AD721-1096-4E7D-9CBD-74B830B54165}" dt="2026-08-30T14:23:46.457" v="981" actId="313"/>
          <ac:spMkLst>
            <pc:docMk/>
            <pc:sldMk cId="3911129577" sldId="271"/>
            <ac:spMk id="3" creationId="{00000000-0000-0000-0000-000000000000}"/>
          </ac:spMkLst>
        </pc:spChg>
      </pc:sldChg>
      <pc:sldChg chg="modSp mod">
        <pc:chgData name="Dr. Vivek Kumar Rajeshwar Singh" userId="3e8128d0-c58d-40e8-a5a5-21116a6ed258" providerId="ADAL" clId="{1B3AD721-1096-4E7D-9CBD-74B830B54165}" dt="2026-08-30T13:12:37.134" v="311" actId="20577"/>
        <pc:sldMkLst>
          <pc:docMk/>
          <pc:sldMk cId="3818391953" sldId="272"/>
        </pc:sldMkLst>
        <pc:spChg chg="mod">
          <ac:chgData name="Dr. Vivek Kumar Rajeshwar Singh" userId="3e8128d0-c58d-40e8-a5a5-21116a6ed258" providerId="ADAL" clId="{1B3AD721-1096-4E7D-9CBD-74B830B54165}" dt="2026-08-30T13:12:37.134" v="311" actId="20577"/>
          <ac:spMkLst>
            <pc:docMk/>
            <pc:sldMk cId="3818391953" sldId="272"/>
            <ac:spMk id="3" creationId="{00000000-0000-0000-0000-000000000000}"/>
          </ac:spMkLst>
        </pc:spChg>
      </pc:sldChg>
      <pc:sldChg chg="modSp mod">
        <pc:chgData name="Dr. Vivek Kumar Rajeshwar Singh" userId="3e8128d0-c58d-40e8-a5a5-21116a6ed258" providerId="ADAL" clId="{1B3AD721-1096-4E7D-9CBD-74B830B54165}" dt="2026-08-30T14:23:39.663" v="977" actId="313"/>
        <pc:sldMkLst>
          <pc:docMk/>
          <pc:sldMk cId="1373992180" sldId="273"/>
        </pc:sldMkLst>
        <pc:spChg chg="mod">
          <ac:chgData name="Dr. Vivek Kumar Rajeshwar Singh" userId="3e8128d0-c58d-40e8-a5a5-21116a6ed258" providerId="ADAL" clId="{1B3AD721-1096-4E7D-9CBD-74B830B54165}" dt="2026-08-30T14:23:39.663" v="977" actId="313"/>
          <ac:spMkLst>
            <pc:docMk/>
            <pc:sldMk cId="1373992180" sldId="273"/>
            <ac:spMk id="3" creationId="{00000000-0000-0000-0000-000000000000}"/>
          </ac:spMkLst>
        </pc:spChg>
      </pc:sldChg>
      <pc:sldChg chg="modSp mod">
        <pc:chgData name="Dr. Vivek Kumar Rajeshwar Singh" userId="3e8128d0-c58d-40e8-a5a5-21116a6ed258" providerId="ADAL" clId="{1B3AD721-1096-4E7D-9CBD-74B830B54165}" dt="2026-08-30T13:18:16.075" v="386" actId="1036"/>
        <pc:sldMkLst>
          <pc:docMk/>
          <pc:sldMk cId="4200815666" sldId="274"/>
        </pc:sldMkLst>
        <pc:spChg chg="mod">
          <ac:chgData name="Dr. Vivek Kumar Rajeshwar Singh" userId="3e8128d0-c58d-40e8-a5a5-21116a6ed258" providerId="ADAL" clId="{1B3AD721-1096-4E7D-9CBD-74B830B54165}" dt="2026-08-30T13:18:16.075" v="386" actId="1036"/>
          <ac:spMkLst>
            <pc:docMk/>
            <pc:sldMk cId="4200815666" sldId="274"/>
            <ac:spMk id="3" creationId="{00000000-0000-0000-0000-000000000000}"/>
          </ac:spMkLst>
        </pc:spChg>
      </pc:sldChg>
      <pc:sldChg chg="addSp delSp modSp mod">
        <pc:chgData name="Dr. Vivek Kumar Rajeshwar Singh" userId="3e8128d0-c58d-40e8-a5a5-21116a6ed258" providerId="ADAL" clId="{1B3AD721-1096-4E7D-9CBD-74B830B54165}" dt="2026-08-29T08:58:45.690" v="148" actId="20577"/>
        <pc:sldMkLst>
          <pc:docMk/>
          <pc:sldMk cId="3122746586" sldId="275"/>
        </pc:sldMkLst>
        <pc:spChg chg="mod">
          <ac:chgData name="Dr. Vivek Kumar Rajeshwar Singh" userId="3e8128d0-c58d-40e8-a5a5-21116a6ed258" providerId="ADAL" clId="{1B3AD721-1096-4E7D-9CBD-74B830B54165}" dt="2026-08-29T08:58:45.690" v="148" actId="20577"/>
          <ac:spMkLst>
            <pc:docMk/>
            <pc:sldMk cId="3122746586" sldId="275"/>
            <ac:spMk id="3" creationId="{00000000-0000-0000-0000-000000000000}"/>
          </ac:spMkLst>
        </pc:spChg>
        <pc:spChg chg="add del mod">
          <ac:chgData name="Dr. Vivek Kumar Rajeshwar Singh" userId="3e8128d0-c58d-40e8-a5a5-21116a6ed258" providerId="ADAL" clId="{1B3AD721-1096-4E7D-9CBD-74B830B54165}" dt="2026-08-29T08:56:55.056" v="127"/>
          <ac:spMkLst>
            <pc:docMk/>
            <pc:sldMk cId="3122746586" sldId="275"/>
            <ac:spMk id="4" creationId="{7A0B8B05-6392-D21C-F40E-1A525B1A62DE}"/>
          </ac:spMkLst>
        </pc:spChg>
      </pc:sldChg>
      <pc:sldChg chg="modSp mod">
        <pc:chgData name="Dr. Vivek Kumar Rajeshwar Singh" userId="3e8128d0-c58d-40e8-a5a5-21116a6ed258" providerId="ADAL" clId="{1B3AD721-1096-4E7D-9CBD-74B830B54165}" dt="2026-08-29T08:56:33.328" v="124" actId="20577"/>
        <pc:sldMkLst>
          <pc:docMk/>
          <pc:sldMk cId="1393872891" sldId="276"/>
        </pc:sldMkLst>
        <pc:spChg chg="mod">
          <ac:chgData name="Dr. Vivek Kumar Rajeshwar Singh" userId="3e8128d0-c58d-40e8-a5a5-21116a6ed258" providerId="ADAL" clId="{1B3AD721-1096-4E7D-9CBD-74B830B54165}" dt="2026-08-29T08:56:33.328" v="124" actId="20577"/>
          <ac:spMkLst>
            <pc:docMk/>
            <pc:sldMk cId="1393872891" sldId="276"/>
            <ac:spMk id="3" creationId="{00000000-0000-0000-0000-000000000000}"/>
          </ac:spMkLst>
        </pc:spChg>
      </pc:sldChg>
      <pc:sldChg chg="modSp mod">
        <pc:chgData name="Dr. Vivek Kumar Rajeshwar Singh" userId="3e8128d0-c58d-40e8-a5a5-21116a6ed258" providerId="ADAL" clId="{1B3AD721-1096-4E7D-9CBD-74B830B54165}" dt="2026-08-30T14:24:39.220" v="983" actId="20577"/>
        <pc:sldMkLst>
          <pc:docMk/>
          <pc:sldMk cId="1417297354" sldId="279"/>
        </pc:sldMkLst>
        <pc:spChg chg="mod">
          <ac:chgData name="Dr. Vivek Kumar Rajeshwar Singh" userId="3e8128d0-c58d-40e8-a5a5-21116a6ed258" providerId="ADAL" clId="{1B3AD721-1096-4E7D-9CBD-74B830B54165}" dt="2026-08-30T13:13:21.949" v="327" actId="20577"/>
          <ac:spMkLst>
            <pc:docMk/>
            <pc:sldMk cId="1417297354" sldId="279"/>
            <ac:spMk id="2" creationId="{00000000-0000-0000-0000-000000000000}"/>
          </ac:spMkLst>
        </pc:spChg>
        <pc:spChg chg="mod">
          <ac:chgData name="Dr. Vivek Kumar Rajeshwar Singh" userId="3e8128d0-c58d-40e8-a5a5-21116a6ed258" providerId="ADAL" clId="{1B3AD721-1096-4E7D-9CBD-74B830B54165}" dt="2026-08-30T14:24:39.220" v="983" actId="20577"/>
          <ac:spMkLst>
            <pc:docMk/>
            <pc:sldMk cId="1417297354" sldId="279"/>
            <ac:spMk id="3" creationId="{00000000-0000-0000-0000-000000000000}"/>
          </ac:spMkLst>
        </pc:spChg>
      </pc:sldChg>
      <pc:sldChg chg="delSp del mod">
        <pc:chgData name="Dr. Vivek Kumar Rajeshwar Singh" userId="3e8128d0-c58d-40e8-a5a5-21116a6ed258" providerId="ADAL" clId="{1B3AD721-1096-4E7D-9CBD-74B830B54165}" dt="2026-08-29T08:59:04.220" v="149" actId="47"/>
        <pc:sldMkLst>
          <pc:docMk/>
          <pc:sldMk cId="2413951600" sldId="280"/>
        </pc:sldMkLst>
        <pc:spChg chg="del">
          <ac:chgData name="Dr. Vivek Kumar Rajeshwar Singh" userId="3e8128d0-c58d-40e8-a5a5-21116a6ed258" providerId="ADAL" clId="{1B3AD721-1096-4E7D-9CBD-74B830B54165}" dt="2026-08-29T08:57:05.933" v="129" actId="21"/>
          <ac:spMkLst>
            <pc:docMk/>
            <pc:sldMk cId="2413951600" sldId="280"/>
            <ac:spMk id="4" creationId="{00000000-0000-0000-0000-000000000000}"/>
          </ac:spMkLst>
        </pc:spChg>
      </pc:sldChg>
      <pc:sldChg chg="modSp del mod">
        <pc:chgData name="Dr. Vivek Kumar Rajeshwar Singh" userId="3e8128d0-c58d-40e8-a5a5-21116a6ed258" providerId="ADAL" clId="{1B3AD721-1096-4E7D-9CBD-74B830B54165}" dt="2026-08-30T14:30:59.458" v="1063" actId="47"/>
        <pc:sldMkLst>
          <pc:docMk/>
          <pc:sldMk cId="3050356796" sldId="281"/>
        </pc:sldMkLst>
        <pc:spChg chg="mod">
          <ac:chgData name="Dr. Vivek Kumar Rajeshwar Singh" userId="3e8128d0-c58d-40e8-a5a5-21116a6ed258" providerId="ADAL" clId="{1B3AD721-1096-4E7D-9CBD-74B830B54165}" dt="2026-08-30T13:22:59.258" v="415" actId="113"/>
          <ac:spMkLst>
            <pc:docMk/>
            <pc:sldMk cId="3050356796" sldId="281"/>
            <ac:spMk id="2" creationId="{00000000-0000-0000-0000-000000000000}"/>
          </ac:spMkLst>
        </pc:spChg>
        <pc:spChg chg="mod">
          <ac:chgData name="Dr. Vivek Kumar Rajeshwar Singh" userId="3e8128d0-c58d-40e8-a5a5-21116a6ed258" providerId="ADAL" clId="{1B3AD721-1096-4E7D-9CBD-74B830B54165}" dt="2026-08-30T13:23:20.433" v="419" actId="1076"/>
          <ac:spMkLst>
            <pc:docMk/>
            <pc:sldMk cId="3050356796" sldId="281"/>
            <ac:spMk id="3" creationId="{00000000-0000-0000-0000-000000000000}"/>
          </ac:spMkLst>
        </pc:spChg>
      </pc:sldChg>
      <pc:sldChg chg="modSp mod">
        <pc:chgData name="Dr. Vivek Kumar Rajeshwar Singh" userId="3e8128d0-c58d-40e8-a5a5-21116a6ed258" providerId="ADAL" clId="{1B3AD721-1096-4E7D-9CBD-74B830B54165}" dt="2026-08-30T13:56:25.422" v="698" actId="20577"/>
        <pc:sldMkLst>
          <pc:docMk/>
          <pc:sldMk cId="2243238438" sldId="282"/>
        </pc:sldMkLst>
        <pc:spChg chg="mod">
          <ac:chgData name="Dr. Vivek Kumar Rajeshwar Singh" userId="3e8128d0-c58d-40e8-a5a5-21116a6ed258" providerId="ADAL" clId="{1B3AD721-1096-4E7D-9CBD-74B830B54165}" dt="2026-08-30T13:56:25.422" v="698" actId="20577"/>
          <ac:spMkLst>
            <pc:docMk/>
            <pc:sldMk cId="2243238438" sldId="282"/>
            <ac:spMk id="2" creationId="{00000000-0000-0000-0000-000000000000}"/>
          </ac:spMkLst>
        </pc:spChg>
      </pc:sldChg>
      <pc:sldChg chg="addSp delSp modSp add mod">
        <pc:chgData name="Dr. Vivek Kumar Rajeshwar Singh" userId="3e8128d0-c58d-40e8-a5a5-21116a6ed258" providerId="ADAL" clId="{1B3AD721-1096-4E7D-9CBD-74B830B54165}" dt="2026-08-29T08:58:31.060" v="142" actId="21"/>
        <pc:sldMkLst>
          <pc:docMk/>
          <pc:sldMk cId="1742565906" sldId="286"/>
        </pc:sldMkLst>
        <pc:spChg chg="del mod">
          <ac:chgData name="Dr. Vivek Kumar Rajeshwar Singh" userId="3e8128d0-c58d-40e8-a5a5-21116a6ed258" providerId="ADAL" clId="{1B3AD721-1096-4E7D-9CBD-74B830B54165}" dt="2026-08-29T08:57:10.680" v="131" actId="478"/>
          <ac:spMkLst>
            <pc:docMk/>
            <pc:sldMk cId="1742565906" sldId="286"/>
            <ac:spMk id="3" creationId="{BC0F74B1-E766-04ED-E1DE-98182EF9F80C}"/>
          </ac:spMkLst>
        </pc:spChg>
        <pc:spChg chg="add del mod">
          <ac:chgData name="Dr. Vivek Kumar Rajeshwar Singh" userId="3e8128d0-c58d-40e8-a5a5-21116a6ed258" providerId="ADAL" clId="{1B3AD721-1096-4E7D-9CBD-74B830B54165}" dt="2026-08-29T08:57:19.450" v="132" actId="478"/>
          <ac:spMkLst>
            <pc:docMk/>
            <pc:sldMk cId="1742565906" sldId="286"/>
            <ac:spMk id="5" creationId="{0E1EC159-5E0B-57E4-ABF6-EA7294F5CB2C}"/>
          </ac:spMkLst>
        </pc:spChg>
        <pc:spChg chg="add mod">
          <ac:chgData name="Dr. Vivek Kumar Rajeshwar Singh" userId="3e8128d0-c58d-40e8-a5a5-21116a6ed258" providerId="ADAL" clId="{1B3AD721-1096-4E7D-9CBD-74B830B54165}" dt="2026-08-29T08:58:31.060" v="142" actId="21"/>
          <ac:spMkLst>
            <pc:docMk/>
            <pc:sldMk cId="1742565906" sldId="286"/>
            <ac:spMk id="7" creationId="{1B07E741-15DA-F949-2FA6-34934BA69663}"/>
          </ac:spMkLst>
        </pc:spChg>
      </pc:sldChg>
      <pc:sldChg chg="modSp mod">
        <pc:chgData name="Dr. Vivek Kumar Rajeshwar Singh" userId="3e8128d0-c58d-40e8-a5a5-21116a6ed258" providerId="ADAL" clId="{1B3AD721-1096-4E7D-9CBD-74B830B54165}" dt="2026-08-30T14:34:01.824" v="1079" actId="20577"/>
        <pc:sldMkLst>
          <pc:docMk/>
          <pc:sldMk cId="3938386355" sldId="291"/>
        </pc:sldMkLst>
        <pc:spChg chg="mod">
          <ac:chgData name="Dr. Vivek Kumar Rajeshwar Singh" userId="3e8128d0-c58d-40e8-a5a5-21116a6ed258" providerId="ADAL" clId="{1B3AD721-1096-4E7D-9CBD-74B830B54165}" dt="2026-08-30T14:34:01.824" v="1079" actId="20577"/>
          <ac:spMkLst>
            <pc:docMk/>
            <pc:sldMk cId="3938386355" sldId="291"/>
            <ac:spMk id="4" creationId="{0BEE8911-CFAD-7F8D-4EA6-C17EB04EFA87}"/>
          </ac:spMkLst>
        </pc:spChg>
      </pc:sldChg>
      <pc:sldChg chg="add">
        <pc:chgData name="Dr. Vivek Kumar Rajeshwar Singh" userId="3e8128d0-c58d-40e8-a5a5-21116a6ed258" providerId="ADAL" clId="{1B3AD721-1096-4E7D-9CBD-74B830B54165}" dt="2026-08-30T14:26:47.048" v="986"/>
        <pc:sldMkLst>
          <pc:docMk/>
          <pc:sldMk cId="4244939918" sldId="292"/>
        </pc:sldMkLst>
      </pc:sldChg>
      <pc:sldChg chg="modSp add mod">
        <pc:chgData name="Dr. Vivek Kumar Rajeshwar Singh" userId="3e8128d0-c58d-40e8-a5a5-21116a6ed258" providerId="ADAL" clId="{1B3AD721-1096-4E7D-9CBD-74B830B54165}" dt="2026-08-30T14:25:16.667" v="985" actId="115"/>
        <pc:sldMkLst>
          <pc:docMk/>
          <pc:sldMk cId="345535911" sldId="293"/>
        </pc:sldMkLst>
        <pc:spChg chg="mod">
          <ac:chgData name="Dr. Vivek Kumar Rajeshwar Singh" userId="3e8128d0-c58d-40e8-a5a5-21116a6ed258" providerId="ADAL" clId="{1B3AD721-1096-4E7D-9CBD-74B830B54165}" dt="2026-08-30T14:25:16.667" v="985" actId="115"/>
          <ac:spMkLst>
            <pc:docMk/>
            <pc:sldMk cId="345535911" sldId="293"/>
            <ac:spMk id="2" creationId="{4243E8B2-6F7D-23C0-4416-1F8B534361B8}"/>
          </ac:spMkLst>
        </pc:spChg>
      </pc:sldChg>
      <pc:sldChg chg="add">
        <pc:chgData name="Dr. Vivek Kumar Rajeshwar Singh" userId="3e8128d0-c58d-40e8-a5a5-21116a6ed258" providerId="ADAL" clId="{1B3AD721-1096-4E7D-9CBD-74B830B54165}" dt="2026-08-30T13:37:57.177" v="519"/>
        <pc:sldMkLst>
          <pc:docMk/>
          <pc:sldMk cId="1278485420" sldId="294"/>
        </pc:sldMkLst>
      </pc:sldChg>
      <pc:sldChg chg="modSp add mod">
        <pc:chgData name="Dr. Vivek Kumar Rajeshwar Singh" userId="3e8128d0-c58d-40e8-a5a5-21116a6ed258" providerId="ADAL" clId="{1B3AD721-1096-4E7D-9CBD-74B830B54165}" dt="2026-08-30T14:30:09.972" v="1062" actId="1076"/>
        <pc:sldMkLst>
          <pc:docMk/>
          <pc:sldMk cId="3786743757" sldId="295"/>
        </pc:sldMkLst>
        <pc:spChg chg="mod">
          <ac:chgData name="Dr. Vivek Kumar Rajeshwar Singh" userId="3e8128d0-c58d-40e8-a5a5-21116a6ed258" providerId="ADAL" clId="{1B3AD721-1096-4E7D-9CBD-74B830B54165}" dt="2026-08-30T14:28:43.302" v="1052" actId="27636"/>
          <ac:spMkLst>
            <pc:docMk/>
            <pc:sldMk cId="3786743757" sldId="295"/>
            <ac:spMk id="2" creationId="{00000000-0000-0000-0000-000000000000}"/>
          </ac:spMkLst>
        </pc:spChg>
        <pc:spChg chg="mod">
          <ac:chgData name="Dr. Vivek Kumar Rajeshwar Singh" userId="3e8128d0-c58d-40e8-a5a5-21116a6ed258" providerId="ADAL" clId="{1B3AD721-1096-4E7D-9CBD-74B830B54165}" dt="2026-08-30T14:30:09.972" v="1062" actId="1076"/>
          <ac:spMkLst>
            <pc:docMk/>
            <pc:sldMk cId="3786743757" sldId="295"/>
            <ac:spMk id="3" creationId="{00000000-0000-0000-0000-000000000000}"/>
          </ac:spMkLst>
        </pc:spChg>
      </pc:sldChg>
      <pc:sldChg chg="add">
        <pc:chgData name="Dr. Vivek Kumar Rajeshwar Singh" userId="3e8128d0-c58d-40e8-a5a5-21116a6ed258" providerId="ADAL" clId="{1B3AD721-1096-4E7D-9CBD-74B830B54165}" dt="2026-08-30T14:00:04.615" v="777"/>
        <pc:sldMkLst>
          <pc:docMk/>
          <pc:sldMk cId="2376613226" sldId="296"/>
        </pc:sldMkLst>
      </pc:sldChg>
      <pc:sldChg chg="modSp add mod">
        <pc:chgData name="Dr. Vivek Kumar Rajeshwar Singh" userId="3e8128d0-c58d-40e8-a5a5-21116a6ed258" providerId="ADAL" clId="{1B3AD721-1096-4E7D-9CBD-74B830B54165}" dt="2026-08-30T14:08:03.267" v="886" actId="115"/>
        <pc:sldMkLst>
          <pc:docMk/>
          <pc:sldMk cId="2712825054" sldId="297"/>
        </pc:sldMkLst>
        <pc:spChg chg="mod">
          <ac:chgData name="Dr. Vivek Kumar Rajeshwar Singh" userId="3e8128d0-c58d-40e8-a5a5-21116a6ed258" providerId="ADAL" clId="{1B3AD721-1096-4E7D-9CBD-74B830B54165}" dt="2026-08-30T14:06:28.505" v="857"/>
          <ac:spMkLst>
            <pc:docMk/>
            <pc:sldMk cId="2712825054" sldId="297"/>
            <ac:spMk id="2" creationId="{10492F4A-C590-B37A-87A5-03ABED71AC41}"/>
          </ac:spMkLst>
        </pc:spChg>
        <pc:spChg chg="mod">
          <ac:chgData name="Dr. Vivek Kumar Rajeshwar Singh" userId="3e8128d0-c58d-40e8-a5a5-21116a6ed258" providerId="ADAL" clId="{1B3AD721-1096-4E7D-9CBD-74B830B54165}" dt="2026-08-30T14:08:03.267" v="886" actId="115"/>
          <ac:spMkLst>
            <pc:docMk/>
            <pc:sldMk cId="2712825054" sldId="297"/>
            <ac:spMk id="4" creationId="{E41BBCA2-12A5-5BB8-E421-4AB5DEED59F0}"/>
          </ac:spMkLst>
        </pc:spChg>
      </pc:sldChg>
      <pc:sldChg chg="modSp add mod">
        <pc:chgData name="Dr. Vivek Kumar Rajeshwar Singh" userId="3e8128d0-c58d-40e8-a5a5-21116a6ed258" providerId="ADAL" clId="{1B3AD721-1096-4E7D-9CBD-74B830B54165}" dt="2026-08-30T14:12:14.117" v="956" actId="1036"/>
        <pc:sldMkLst>
          <pc:docMk/>
          <pc:sldMk cId="849306629" sldId="298"/>
        </pc:sldMkLst>
        <pc:spChg chg="mod">
          <ac:chgData name="Dr. Vivek Kumar Rajeshwar Singh" userId="3e8128d0-c58d-40e8-a5a5-21116a6ed258" providerId="ADAL" clId="{1B3AD721-1096-4E7D-9CBD-74B830B54165}" dt="2026-08-30T14:08:33.745" v="888"/>
          <ac:spMkLst>
            <pc:docMk/>
            <pc:sldMk cId="849306629" sldId="298"/>
            <ac:spMk id="2" creationId="{41A7ECA7-FD03-2AC8-727C-975BC168F200}"/>
          </ac:spMkLst>
        </pc:spChg>
        <pc:spChg chg="mod">
          <ac:chgData name="Dr. Vivek Kumar Rajeshwar Singh" userId="3e8128d0-c58d-40e8-a5a5-21116a6ed258" providerId="ADAL" clId="{1B3AD721-1096-4E7D-9CBD-74B830B54165}" dt="2026-08-30T14:12:14.117" v="956" actId="1036"/>
          <ac:spMkLst>
            <pc:docMk/>
            <pc:sldMk cId="849306629" sldId="298"/>
            <ac:spMk id="4" creationId="{F9E38191-09B7-9E1B-309E-6F193BDD55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7D34A6-CEB9-4AA8-876B-895798A48123}"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7FB9D7-67A2-4943-AC14-BEDAB17BED97}" type="slidenum">
              <a:rPr lang="en-IN" smtClean="0"/>
              <a:t>‹#›</a:t>
            </a:fld>
            <a:endParaRPr lang="en-IN"/>
          </a:p>
        </p:txBody>
      </p:sp>
    </p:spTree>
    <p:extLst>
      <p:ext uri="{BB962C8B-B14F-4D97-AF65-F5344CB8AC3E}">
        <p14:creationId xmlns:p14="http://schemas.microsoft.com/office/powerpoint/2010/main" val="3639916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919B3BC-22B3-4E6B-9887-F50868574C45}" type="datetime1">
              <a:rPr lang="en-US" smtClean="0"/>
              <a:t>8/30/2026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819215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B44EEB-EEA1-4508-A450-033B29A46332}" type="datetime1">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7326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51769FB7-D3FA-4CC1-A2BD-565B74706982}" type="datetime1">
              <a:rPr lang="en-US" smtClean="0"/>
              <a:t>8/30/2026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90944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8055DEE9-26D7-410A-8BC0-5A3DE72BE735}" type="datetime1">
              <a:rPr lang="en-US" smtClean="0"/>
              <a:t>8/30/2026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3401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6C85C97-BDA3-4A40-97BF-3358EDA6BF29}" type="datetime1">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9850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34580-A7F2-4693-82ED-3E2AC60B3017}" type="datetime1">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7634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FC8EC510-937C-4DD9-93D6-D1CB07922EB7}" type="datetime1">
              <a:rPr lang="en-US" smtClean="0"/>
              <a:t>8/30/2026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021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7501E83-6D71-404E-BBAE-1DAE96CECD9F}" type="datetime1">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1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DFCEECE-0D67-4A60-8CA7-83A83A91AB0C}" type="datetime1">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915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3D2BE9A2-9149-4EA4-A5D7-3AD50024C1F1}" type="datetime1">
              <a:rPr lang="en-US" smtClean="0"/>
              <a:t>8/30/2026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6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618FABE2-E3E8-450C-95C7-FEF83D9F7FE6}" type="datetime1">
              <a:rPr lang="en-US" smtClean="0"/>
              <a:t>8/30/2026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751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F70CFC55-B874-41E8-897A-2CEC87F04E70}" type="datetime1">
              <a:rPr lang="en-US" smtClean="0"/>
              <a:t>8/30/2026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918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22182FD0-7E96-45EE-9D38-0922CF48C71F}" type="datetime1">
              <a:rPr lang="en-US" smtClean="0"/>
              <a:t>8/30/2026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983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BA9327A4-DE91-4E03-8382-65BC29D57CCB}" type="datetime1">
              <a:rPr lang="en-US" smtClean="0"/>
              <a:t>8/30/2026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8924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3C319B7E-7FDA-4F94-A657-2C2BC593E1A0}" type="datetime1">
              <a:rPr lang="en-US" smtClean="0"/>
              <a:t>8/30/2026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5902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994BE988-AB50-4473-8379-149FC122E8A3}" type="datetime1">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605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EDCF41C-9FD7-44AA-942D-39BDC76EA07F}" type="datetime1">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979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CA28980-29A7-484C-A37A-2984673623FC}" type="datetime1">
              <a:rPr lang="en-US" smtClean="0"/>
              <a:t>8/30/2026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655159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C1883E4-0EB3-4DE1-B8F5-F738E47441DA}" type="datetime1">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3717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C0ED7BBE-5D44-4AE7-B3CF-2855BB043B85}" type="datetime1">
              <a:rPr lang="en-US" smtClean="0"/>
              <a:t>8/30/2026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264451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C773E16-452F-4075-97D2-E2D87D8F4AB0}" type="datetime1">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20410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2A5E1AC8-C7F9-4CF2-8FFF-86835DB23447}" type="datetime1">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18258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CA1CCBBA-806A-460E-B9CA-478D83ECAEE3}" type="datetime1">
              <a:rPr lang="en-US" smtClean="0"/>
              <a:t>8/30/2026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92990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835EB407-2021-41BA-AABD-FC723CB3276C}" type="datetime1">
              <a:rPr lang="en-US" smtClean="0"/>
              <a:t>8/30/2026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35945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648D865E-172C-4EAE-B40C-BE98CDED622F}" type="datetime1">
              <a:rPr lang="en-US" smtClean="0"/>
              <a:t>8/30/2026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75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2980D98D-52C5-4400-91BA-A06663178C4A}" type="datetime1">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27872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01D873FA-F541-4BEA-8356-A0EA413329A8}" type="datetime1">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177491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294B34-1F5B-4770-8F35-56C2DCE78461}" type="datetime1">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5928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04C05940-7278-4728-8CF9-7B4A15CBDBC0}" type="datetime1">
              <a:rPr lang="en-US" smtClean="0"/>
              <a:t>8/30/2026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C1FF6DA9-008F-8B48-92A6-B652298478BF}"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47887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74101" y="2933016"/>
            <a:ext cx="11243795" cy="1499836"/>
          </a:xfrm>
          <a:noFill/>
        </p:spPr>
        <p:txBody>
          <a:bodyPr>
            <a:normAutofit/>
          </a:bodyPr>
          <a:lstStyle/>
          <a:p>
            <a:pPr marL="0" indent="0" algn="ctr">
              <a:buNone/>
            </a:pPr>
            <a:r>
              <a:rPr lang="en-US" sz="3600" b="1" dirty="0">
                <a:solidFill>
                  <a:srgbClr val="272727"/>
                </a:solidFill>
              </a:rPr>
              <a:t>F.E. , Div. E </a:t>
            </a:r>
          </a:p>
          <a:p>
            <a:pPr marL="0" indent="0" algn="ctr">
              <a:buNone/>
            </a:pPr>
            <a:r>
              <a:rPr lang="en-US" sz="3600" b="1" dirty="0">
                <a:solidFill>
                  <a:srgbClr val="272727"/>
                </a:solidFill>
              </a:rPr>
              <a:t>(Artificial Intelligence &amp; Data Science)</a:t>
            </a:r>
            <a:endParaRPr lang="en-IN" dirty="0">
              <a:solidFill>
                <a:srgbClr val="272727"/>
              </a:solidFill>
            </a:endParaRPr>
          </a:p>
        </p:txBody>
      </p:sp>
      <p:pic>
        <p:nvPicPr>
          <p:cNvPr id="8" name="Picture 7"/>
          <p:cNvPicPr>
            <a:picLocks noChangeAspect="1"/>
          </p:cNvPicPr>
          <p:nvPr/>
        </p:nvPicPr>
        <p:blipFill>
          <a:blip r:embed="rId2"/>
          <a:srcRect/>
          <a:stretch/>
        </p:blipFill>
        <p:spPr>
          <a:xfrm>
            <a:off x="0" y="0"/>
            <a:ext cx="12192000" cy="2355486"/>
          </a:xfrm>
          <a:prstGeom prst="rect">
            <a:avLst/>
          </a:prstGeom>
        </p:spPr>
      </p:pic>
      <p:sp>
        <p:nvSpPr>
          <p:cNvPr id="9" name="TextBox 8"/>
          <p:cNvSpPr txBox="1"/>
          <p:nvPr/>
        </p:nvSpPr>
        <p:spPr>
          <a:xfrm>
            <a:off x="474102" y="5027124"/>
            <a:ext cx="11243795" cy="1322863"/>
          </a:xfrm>
          <a:prstGeom prst="rect">
            <a:avLst/>
          </a:prstGeom>
          <a:noFill/>
        </p:spPr>
        <p:txBody>
          <a:bodyPr wrap="square">
            <a:spAutoFit/>
          </a:bodyPr>
          <a:lstStyle/>
          <a:p>
            <a:pPr algn="ctr">
              <a:lnSpc>
                <a:spcPct val="150000"/>
              </a:lnSpc>
            </a:pPr>
            <a:r>
              <a:rPr sz="2800" b="1" dirty="0">
                <a:solidFill>
                  <a:srgbClr val="272727"/>
                </a:solidFill>
              </a:rPr>
              <a:t>Welcome to </a:t>
            </a:r>
            <a:endParaRPr lang="en-US" sz="2800" b="1" dirty="0">
              <a:solidFill>
                <a:srgbClr val="272727"/>
              </a:solidFill>
            </a:endParaRPr>
          </a:p>
          <a:p>
            <a:pPr algn="ctr">
              <a:lnSpc>
                <a:spcPct val="150000"/>
              </a:lnSpc>
            </a:pPr>
            <a:r>
              <a:rPr lang="en-US" sz="2800" b="1" u="sng" dirty="0">
                <a:solidFill>
                  <a:srgbClr val="272727"/>
                </a:solidFill>
              </a:rPr>
              <a:t>Thakur Shree DPS College of Engineering &amp; Management</a:t>
            </a:r>
          </a:p>
        </p:txBody>
      </p:sp>
      <p:sp>
        <p:nvSpPr>
          <p:cNvPr id="2" name="Slide Number Placeholder 1">
            <a:extLst>
              <a:ext uri="{FF2B5EF4-FFF2-40B4-BE49-F238E27FC236}">
                <a16:creationId xmlns:a16="http://schemas.microsoft.com/office/drawing/2014/main" id="{DA5A528E-50B5-CA46-3439-0DE6892F51F2}"/>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Institute Vision</a:t>
            </a:r>
            <a:endParaRPr lang="en-IN" dirty="0"/>
          </a:p>
        </p:txBody>
      </p:sp>
      <p:sp>
        <p:nvSpPr>
          <p:cNvPr id="3" name="Content Placeholder 2"/>
          <p:cNvSpPr>
            <a:spLocks noGrp="1"/>
          </p:cNvSpPr>
          <p:nvPr>
            <p:ph idx="1"/>
          </p:nvPr>
        </p:nvSpPr>
        <p:spPr>
          <a:xfrm>
            <a:off x="563418" y="2222287"/>
            <a:ext cx="10880437" cy="2709931"/>
          </a:xfrm>
          <a:noFill/>
        </p:spPr>
        <p:txBody>
          <a:bodyPr>
            <a:normAutofit/>
          </a:bodyPr>
          <a:lstStyle/>
          <a:p>
            <a:pPr marL="0" indent="0" algn="just">
              <a:lnSpc>
                <a:spcPct val="150000"/>
              </a:lnSpc>
              <a:buNone/>
            </a:pPr>
            <a:r>
              <a:rPr lang="en-US" sz="2800" dirty="0">
                <a:solidFill>
                  <a:srgbClr val="272727"/>
                </a:solidFill>
                <a:effectLst>
                  <a:outerShdw blurRad="38100" dist="38100" dir="2700000" algn="tl">
                    <a:srgbClr val="000000">
                      <a:alpha val="43137"/>
                    </a:srgbClr>
                  </a:outerShdw>
                </a:effectLst>
              </a:rPr>
              <a:t>“To be a leader in technical education, producing globally competent and socially responsible professionals, who will contribute to technological and societal advancements through innovation and ethical practices.”</a:t>
            </a:r>
            <a:endParaRPr lang="en-IN" sz="2000" dirty="0">
              <a:effectLst>
                <a:outerShdw blurRad="38100" dist="38100" dir="2700000" algn="tl">
                  <a:srgbClr val="000000">
                    <a:alpha val="43137"/>
                  </a:srgbClr>
                </a:outerShdw>
              </a:effectLst>
            </a:endParaRPr>
          </a:p>
        </p:txBody>
      </p:sp>
      <p:sp>
        <p:nvSpPr>
          <p:cNvPr id="4" name="Slide Number Placeholder 3">
            <a:extLst>
              <a:ext uri="{FF2B5EF4-FFF2-40B4-BE49-F238E27FC236}">
                <a16:creationId xmlns:a16="http://schemas.microsoft.com/office/drawing/2014/main" id="{FD02F031-B2CF-B49D-4334-6962EC32B367}"/>
              </a:ext>
            </a:extLst>
          </p:cNvPr>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391112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Institute Mission</a:t>
            </a:r>
            <a:endParaRPr lang="en-IN" dirty="0"/>
          </a:p>
        </p:txBody>
      </p:sp>
      <p:sp>
        <p:nvSpPr>
          <p:cNvPr id="3" name="Content Placeholder 2"/>
          <p:cNvSpPr>
            <a:spLocks noGrp="1"/>
          </p:cNvSpPr>
          <p:nvPr>
            <p:ph idx="1"/>
          </p:nvPr>
        </p:nvSpPr>
        <p:spPr>
          <a:xfrm>
            <a:off x="228600" y="2017643"/>
            <a:ext cx="11714018" cy="4706430"/>
          </a:xfrm>
          <a:noFill/>
        </p:spPr>
        <p:txBody>
          <a:bodyPr>
            <a:noAutofit/>
          </a:bodyPr>
          <a:lstStyle/>
          <a:p>
            <a:pPr marL="0" lvl="0" indent="0">
              <a:buNone/>
            </a:pPr>
            <a:r>
              <a:rPr lang="en-US" b="1" dirty="0">
                <a:solidFill>
                  <a:srgbClr val="272727"/>
                </a:solidFill>
              </a:rPr>
              <a:t>1. Deliver Comprehensive Technical Education</a:t>
            </a:r>
            <a:endParaRPr lang="en-IN" dirty="0">
              <a:solidFill>
                <a:srgbClr val="272727"/>
              </a:solidFill>
            </a:endParaRPr>
          </a:p>
          <a:p>
            <a:pPr marL="0" indent="0">
              <a:buNone/>
            </a:pPr>
            <a:r>
              <a:rPr lang="en-US" dirty="0">
                <a:solidFill>
                  <a:srgbClr val="272727"/>
                </a:solidFill>
              </a:rPr>
              <a:t>To provide a well-rounded education that integrates technical expertise, practical skills, and creativity, empowering students to solve complex problems.</a:t>
            </a:r>
            <a:endParaRPr lang="en-IN" dirty="0">
              <a:solidFill>
                <a:srgbClr val="272727"/>
              </a:solidFill>
            </a:endParaRPr>
          </a:p>
          <a:p>
            <a:pPr marL="0" lvl="0" indent="0">
              <a:buNone/>
            </a:pPr>
            <a:r>
              <a:rPr lang="en-US" b="1" dirty="0">
                <a:solidFill>
                  <a:srgbClr val="272727"/>
                </a:solidFill>
              </a:rPr>
              <a:t>2. Promote Research and Innovation</a:t>
            </a:r>
            <a:endParaRPr lang="en-IN" b="1" dirty="0">
              <a:solidFill>
                <a:srgbClr val="272727"/>
              </a:solidFill>
            </a:endParaRPr>
          </a:p>
          <a:p>
            <a:pPr marL="0" indent="0">
              <a:buNone/>
            </a:pPr>
            <a:r>
              <a:rPr lang="en-US" dirty="0">
                <a:solidFill>
                  <a:srgbClr val="272727"/>
                </a:solidFill>
              </a:rPr>
              <a:t>To foster a culture of research, creativity, and innovation to generate new knowledge and develop sustainable technologies that address local and global challenges.</a:t>
            </a:r>
            <a:endParaRPr lang="en-IN" dirty="0">
              <a:solidFill>
                <a:srgbClr val="272727"/>
              </a:solidFill>
            </a:endParaRPr>
          </a:p>
          <a:p>
            <a:pPr marL="0" lvl="0" indent="0">
              <a:buNone/>
            </a:pPr>
            <a:r>
              <a:rPr lang="en-US" b="1" dirty="0">
                <a:solidFill>
                  <a:srgbClr val="272727"/>
                </a:solidFill>
              </a:rPr>
              <a:t>3. Develop Ethical and Responsible Engineers</a:t>
            </a:r>
            <a:endParaRPr lang="en-IN" b="1" dirty="0">
              <a:solidFill>
                <a:srgbClr val="272727"/>
              </a:solidFill>
            </a:endParaRPr>
          </a:p>
          <a:p>
            <a:pPr marL="0" indent="0">
              <a:buNone/>
            </a:pPr>
            <a:r>
              <a:rPr lang="en-US" dirty="0">
                <a:solidFill>
                  <a:srgbClr val="272727"/>
                </a:solidFill>
              </a:rPr>
              <a:t>To instill ethical values and social responsibility in students, emphasizing sustainability, diversity, and the positive impact of technology on society.</a:t>
            </a:r>
            <a:endParaRPr lang="en-IN" dirty="0">
              <a:solidFill>
                <a:srgbClr val="272727"/>
              </a:solidFill>
            </a:endParaRPr>
          </a:p>
          <a:p>
            <a:pPr marL="0" indent="0">
              <a:buNone/>
            </a:pPr>
            <a:r>
              <a:rPr lang="en-IN" b="1" dirty="0">
                <a:solidFill>
                  <a:srgbClr val="272727"/>
                </a:solidFill>
              </a:rPr>
              <a:t>4. </a:t>
            </a:r>
            <a:r>
              <a:rPr lang="en-US" b="1" dirty="0">
                <a:solidFill>
                  <a:srgbClr val="272727"/>
                </a:solidFill>
              </a:rPr>
              <a:t>Encourage Lifelong Learning and Professional Growth</a:t>
            </a:r>
            <a:endParaRPr lang="en-IN" b="1" dirty="0">
              <a:solidFill>
                <a:srgbClr val="272727"/>
              </a:solidFill>
            </a:endParaRPr>
          </a:p>
          <a:p>
            <a:pPr marL="0" indent="0">
              <a:buNone/>
            </a:pPr>
            <a:r>
              <a:rPr lang="en-US" dirty="0">
                <a:solidFill>
                  <a:srgbClr val="272727"/>
                </a:solidFill>
              </a:rPr>
              <a:t>To encourage continuous learning, leadership development, and effective communication to adapt to the changing technological landscape and foster holistic personal growth.</a:t>
            </a:r>
            <a:endParaRPr lang="en-IN" dirty="0">
              <a:solidFill>
                <a:srgbClr val="272727"/>
              </a:solidFill>
            </a:endParaRPr>
          </a:p>
        </p:txBody>
      </p:sp>
      <p:sp>
        <p:nvSpPr>
          <p:cNvPr id="4" name="Slide Number Placeholder 3">
            <a:extLst>
              <a:ext uri="{FF2B5EF4-FFF2-40B4-BE49-F238E27FC236}">
                <a16:creationId xmlns:a16="http://schemas.microsoft.com/office/drawing/2014/main" id="{08EFD428-26EC-6B1C-73E0-021CD3EE18E4}"/>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3818391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Department Vision</a:t>
            </a:r>
            <a:endParaRPr lang="en-IN" dirty="0"/>
          </a:p>
        </p:txBody>
      </p:sp>
      <p:sp>
        <p:nvSpPr>
          <p:cNvPr id="3" name="Content Placeholder 2"/>
          <p:cNvSpPr>
            <a:spLocks noGrp="1"/>
          </p:cNvSpPr>
          <p:nvPr>
            <p:ph idx="1"/>
          </p:nvPr>
        </p:nvSpPr>
        <p:spPr>
          <a:xfrm>
            <a:off x="563419" y="2222287"/>
            <a:ext cx="10711134" cy="2709931"/>
          </a:xfrm>
          <a:noFill/>
        </p:spPr>
        <p:txBody>
          <a:bodyPr>
            <a:normAutofit/>
          </a:bodyPr>
          <a:lstStyle/>
          <a:p>
            <a:pPr marL="0" indent="0" algn="just">
              <a:lnSpc>
                <a:spcPct val="150000"/>
              </a:lnSpc>
              <a:buNone/>
            </a:pPr>
            <a:r>
              <a:rPr lang="en-US" sz="2800" dirty="0">
                <a:solidFill>
                  <a:srgbClr val="272727"/>
                </a:solidFill>
                <a:effectLst>
                  <a:outerShdw blurRad="38100" dist="38100" dir="2700000" algn="tl">
                    <a:srgbClr val="000000">
                      <a:alpha val="43137"/>
                    </a:srgbClr>
                  </a:outerShdw>
                </a:effectLst>
              </a:rPr>
              <a:t>“To nurture an outcome-based and innovative ecosystem that shapes globally competent, ethical, skilled, and visionary professionals in AI and Data Science to serve society, drive innovation, and advance technology.” </a:t>
            </a:r>
            <a:endParaRPr lang="en-IN" sz="2800" dirty="0">
              <a:solidFill>
                <a:srgbClr val="272727"/>
              </a:solidFill>
              <a:effectLst>
                <a:outerShdw blurRad="38100" dist="38100" dir="2700000" algn="tl">
                  <a:srgbClr val="000000">
                    <a:alpha val="43137"/>
                  </a:srgbClr>
                </a:outerShdw>
              </a:effectLst>
            </a:endParaRPr>
          </a:p>
        </p:txBody>
      </p:sp>
      <p:sp>
        <p:nvSpPr>
          <p:cNvPr id="4" name="Slide Number Placeholder 3">
            <a:extLst>
              <a:ext uri="{FF2B5EF4-FFF2-40B4-BE49-F238E27FC236}">
                <a16:creationId xmlns:a16="http://schemas.microsoft.com/office/drawing/2014/main" id="{740E19B5-C979-23EE-02F7-E0DC8D433F0E}"/>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137399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Department Mission</a:t>
            </a:r>
            <a:endParaRPr lang="en-IN" dirty="0"/>
          </a:p>
        </p:txBody>
      </p:sp>
      <p:sp>
        <p:nvSpPr>
          <p:cNvPr id="3" name="Content Placeholder 2"/>
          <p:cNvSpPr>
            <a:spLocks noGrp="1"/>
          </p:cNvSpPr>
          <p:nvPr>
            <p:ph idx="1"/>
          </p:nvPr>
        </p:nvSpPr>
        <p:spPr>
          <a:xfrm>
            <a:off x="192024" y="1965959"/>
            <a:ext cx="11750594" cy="4502081"/>
          </a:xfrm>
          <a:noFill/>
        </p:spPr>
        <p:txBody>
          <a:bodyPr>
            <a:noAutofit/>
          </a:bodyPr>
          <a:lstStyle/>
          <a:p>
            <a:pPr marL="0" indent="0">
              <a:buNone/>
            </a:pPr>
            <a:r>
              <a:rPr lang="en-US" sz="1900" b="1" dirty="0">
                <a:solidFill>
                  <a:srgbClr val="272727"/>
                </a:solidFill>
              </a:rPr>
              <a:t>Mission 1: Deliver Industry-Focused and Interdisciplinary Education </a:t>
            </a:r>
          </a:p>
          <a:p>
            <a:pPr marL="0" indent="0">
              <a:buNone/>
            </a:pPr>
            <a:r>
              <a:rPr lang="en-US" sz="1900" dirty="0">
                <a:solidFill>
                  <a:srgbClr val="272727"/>
                </a:solidFill>
              </a:rPr>
              <a:t>To provide practical, outcome-driven learning that blends AI, Data Science, and multidisciplinary knowledge to solve real-world challenges.</a:t>
            </a:r>
          </a:p>
          <a:p>
            <a:pPr marL="0" indent="0">
              <a:buNone/>
            </a:pPr>
            <a:r>
              <a:rPr lang="en-US" sz="1900" b="1" dirty="0">
                <a:solidFill>
                  <a:srgbClr val="272727"/>
                </a:solidFill>
              </a:rPr>
              <a:t>Mission 2: Inspire Research and Innovation</a:t>
            </a:r>
          </a:p>
          <a:p>
            <a:pPr marL="0" indent="0">
              <a:buNone/>
            </a:pPr>
            <a:r>
              <a:rPr lang="en-US" sz="1900" dirty="0">
                <a:solidFill>
                  <a:srgbClr val="272727"/>
                </a:solidFill>
              </a:rPr>
              <a:t>To apply modern tools and engage individuals in research activities for the technological advancements to nurture the culture of research and startups.</a:t>
            </a:r>
          </a:p>
          <a:p>
            <a:pPr marL="0" indent="0">
              <a:buNone/>
            </a:pPr>
            <a:r>
              <a:rPr lang="en-US" sz="1900" b="1" dirty="0">
                <a:solidFill>
                  <a:srgbClr val="272727"/>
                </a:solidFill>
              </a:rPr>
              <a:t>Mission 3: Nurture Ethical and Global Professionals</a:t>
            </a:r>
          </a:p>
          <a:p>
            <a:pPr marL="0" indent="0">
              <a:buNone/>
            </a:pPr>
            <a:r>
              <a:rPr lang="en-US" sz="1900" dirty="0">
                <a:solidFill>
                  <a:srgbClr val="272727"/>
                </a:solidFill>
              </a:rPr>
              <a:t>To imbibe ethical values, social responsibility, and cultural awareness to prepare professionals for a diverse, global AI platform.</a:t>
            </a:r>
          </a:p>
          <a:p>
            <a:pPr marL="0" indent="0">
              <a:buNone/>
            </a:pPr>
            <a:r>
              <a:rPr lang="en-US" sz="1900" b="1" dirty="0">
                <a:solidFill>
                  <a:srgbClr val="272727"/>
                </a:solidFill>
              </a:rPr>
              <a:t>Mission 4: Support Lifelong Learning and Holistic Development</a:t>
            </a:r>
          </a:p>
          <a:p>
            <a:pPr marL="0" indent="0">
              <a:lnSpc>
                <a:spcPct val="100000"/>
              </a:lnSpc>
              <a:buNone/>
            </a:pPr>
            <a:r>
              <a:rPr lang="en-US" sz="1900" dirty="0">
                <a:solidFill>
                  <a:srgbClr val="272727"/>
                </a:solidFill>
              </a:rPr>
              <a:t>To encourage lifelong learning, leadership, teamwork, and communication for sustained holistic and professional growth.</a:t>
            </a:r>
          </a:p>
          <a:p>
            <a:pPr marL="0" indent="0">
              <a:buNone/>
            </a:pPr>
            <a:endParaRPr lang="en-IN" sz="1900" dirty="0">
              <a:solidFill>
                <a:srgbClr val="272727"/>
              </a:solidFill>
            </a:endParaRPr>
          </a:p>
        </p:txBody>
      </p:sp>
      <p:sp>
        <p:nvSpPr>
          <p:cNvPr id="4" name="Slide Number Placeholder 3">
            <a:extLst>
              <a:ext uri="{FF2B5EF4-FFF2-40B4-BE49-F238E27FC236}">
                <a16:creationId xmlns:a16="http://schemas.microsoft.com/office/drawing/2014/main" id="{456D2A06-41A1-832F-7937-0B4A50CFB2F2}"/>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4200815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312" y="447188"/>
            <a:ext cx="11865731" cy="970450"/>
          </a:xfrm>
        </p:spPr>
        <p:txBody>
          <a:bodyPr>
            <a:normAutofit fontScale="90000"/>
          </a:bodyPr>
          <a:lstStyle/>
          <a:p>
            <a:pPr algn="ctr"/>
            <a:r>
              <a:rPr lang="en-US" dirty="0"/>
              <a:t>Program Educational Objectives (</a:t>
            </a:r>
            <a:r>
              <a:rPr lang="en-US" b="1" dirty="0"/>
              <a:t>PEO</a:t>
            </a:r>
            <a:r>
              <a:rPr lang="en-US" b="1" cap="none" dirty="0"/>
              <a:t>s</a:t>
            </a:r>
            <a:r>
              <a:rPr lang="en-US" dirty="0"/>
              <a:t>)</a:t>
            </a:r>
            <a:endParaRPr lang="en-IN" dirty="0"/>
          </a:p>
        </p:txBody>
      </p:sp>
      <p:sp>
        <p:nvSpPr>
          <p:cNvPr id="3" name="Content Placeholder 2"/>
          <p:cNvSpPr>
            <a:spLocks noGrp="1"/>
          </p:cNvSpPr>
          <p:nvPr>
            <p:ph idx="1"/>
          </p:nvPr>
        </p:nvSpPr>
        <p:spPr>
          <a:xfrm>
            <a:off x="210312" y="2139696"/>
            <a:ext cx="11740896" cy="4409624"/>
          </a:xfrm>
          <a:noFill/>
        </p:spPr>
        <p:txBody>
          <a:bodyPr>
            <a:noAutofit/>
          </a:bodyPr>
          <a:lstStyle/>
          <a:p>
            <a:pPr marL="0" indent="0">
              <a:buNone/>
            </a:pPr>
            <a:r>
              <a:rPr lang="en-US" sz="1900" b="1" dirty="0">
                <a:solidFill>
                  <a:srgbClr val="272727"/>
                </a:solidFill>
              </a:rPr>
              <a:t>PEO-1: Professional Excellence</a:t>
            </a:r>
          </a:p>
          <a:p>
            <a:pPr marL="0" indent="0">
              <a:buNone/>
            </a:pPr>
            <a:r>
              <a:rPr lang="en-US" sz="1900" dirty="0">
                <a:solidFill>
                  <a:srgbClr val="272727"/>
                </a:solidFill>
              </a:rPr>
              <a:t>To apply analytical, problem-solving, and programming skills to solve complex challenges in Artificial Intelligence and related fields as skilled professionals.</a:t>
            </a:r>
          </a:p>
          <a:p>
            <a:pPr marL="0" indent="0">
              <a:buNone/>
            </a:pPr>
            <a:r>
              <a:rPr lang="en-US" sz="1900" b="1" dirty="0">
                <a:solidFill>
                  <a:srgbClr val="272727"/>
                </a:solidFill>
              </a:rPr>
              <a:t>PEO-2: Research, Higher Studies, and Innovation</a:t>
            </a:r>
          </a:p>
          <a:p>
            <a:pPr marL="0" indent="0">
              <a:buNone/>
            </a:pPr>
            <a:r>
              <a:rPr lang="en-US" sz="1900" dirty="0">
                <a:solidFill>
                  <a:srgbClr val="272727"/>
                </a:solidFill>
              </a:rPr>
              <a:t>To contribute to advancements in AI through research, innovation and higher studies while engaging in lifelong learning.</a:t>
            </a:r>
          </a:p>
          <a:p>
            <a:pPr marL="0" indent="0">
              <a:buNone/>
            </a:pPr>
            <a:r>
              <a:rPr lang="en-US" sz="1900" b="1" dirty="0">
                <a:solidFill>
                  <a:srgbClr val="272727"/>
                </a:solidFill>
              </a:rPr>
              <a:t>PEO-3: Innovative and Multidisciplinary Engagement</a:t>
            </a:r>
          </a:p>
          <a:p>
            <a:pPr marL="0" indent="0">
              <a:buNone/>
            </a:pPr>
            <a:r>
              <a:rPr lang="en-US" sz="1900" dirty="0">
                <a:solidFill>
                  <a:srgbClr val="272727"/>
                </a:solidFill>
              </a:rPr>
              <a:t>To demonstrate innovation, teamwork, communication, and an entrepreneurial mindset to contribute across multidisciplinary domains as competent professionals.</a:t>
            </a:r>
          </a:p>
          <a:p>
            <a:pPr marL="0" indent="0">
              <a:buNone/>
            </a:pPr>
            <a:r>
              <a:rPr lang="en-US" sz="1900" b="1" dirty="0">
                <a:solidFill>
                  <a:srgbClr val="272727"/>
                </a:solidFill>
              </a:rPr>
              <a:t>PEO-4: Ethical and Social Responsibility</a:t>
            </a:r>
          </a:p>
          <a:p>
            <a:pPr marL="0" indent="0">
              <a:buNone/>
            </a:pPr>
            <a:r>
              <a:rPr lang="en-US" sz="1900" dirty="0">
                <a:solidFill>
                  <a:srgbClr val="272727"/>
                </a:solidFill>
              </a:rPr>
              <a:t>To practice the profession ethically and responsibly to promote sustainable development and societal well-being.</a:t>
            </a:r>
          </a:p>
          <a:p>
            <a:pPr marL="0" indent="0">
              <a:buNone/>
            </a:pPr>
            <a:endParaRPr lang="en-IN" sz="1900" dirty="0">
              <a:solidFill>
                <a:srgbClr val="272727"/>
              </a:solidFill>
            </a:endParaRPr>
          </a:p>
        </p:txBody>
      </p:sp>
      <p:sp>
        <p:nvSpPr>
          <p:cNvPr id="4" name="Slide Number Placeholder 3">
            <a:extLst>
              <a:ext uri="{FF2B5EF4-FFF2-40B4-BE49-F238E27FC236}">
                <a16:creationId xmlns:a16="http://schemas.microsoft.com/office/drawing/2014/main" id="{D0F8801D-478A-130B-83F5-B3ABEFC02516}"/>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1417297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31D0-10FE-2F15-0D6F-BB1E378D6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FC3D0-3E36-80B1-5291-FB182570C78C}"/>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9B0DD1C9-C8F7-9B51-D3C4-37B2ECB2DC28}"/>
              </a:ext>
            </a:extLst>
          </p:cNvPr>
          <p:cNvSpPr>
            <a:spLocks noGrp="1"/>
          </p:cNvSpPr>
          <p:nvPr>
            <p:ph idx="1"/>
          </p:nvPr>
        </p:nvSpPr>
        <p:spPr>
          <a:xfrm>
            <a:off x="210312" y="1848679"/>
            <a:ext cx="11740896" cy="4674402"/>
          </a:xfrm>
          <a:noFill/>
        </p:spPr>
        <p:txBody>
          <a:bodyPr>
            <a:noAutofit/>
          </a:bodyPr>
          <a:lstStyle/>
          <a:p>
            <a:pPr marL="0" indent="0">
              <a:buNone/>
            </a:pPr>
            <a:r>
              <a:rPr lang="en-US" b="1" dirty="0">
                <a:solidFill>
                  <a:srgbClr val="272727"/>
                </a:solidFill>
              </a:rPr>
              <a:t>PO1: Engineering Knowledge </a:t>
            </a:r>
          </a:p>
          <a:p>
            <a:pPr marL="0" indent="0">
              <a:buNone/>
            </a:pPr>
            <a:r>
              <a:rPr lang="en-US" dirty="0">
                <a:solidFill>
                  <a:srgbClr val="272727"/>
                </a:solidFill>
              </a:rPr>
              <a:t>Apply knowledge of mathematics, natural science, computing, engineering fundamentals and an engineering specialization as specified in WK1 to WK4 respectively to develop the solutions of complex engineering problems.</a:t>
            </a:r>
          </a:p>
          <a:p>
            <a:pPr marL="0" indent="0">
              <a:buNone/>
            </a:pPr>
            <a:r>
              <a:rPr lang="en-US" b="1" dirty="0">
                <a:solidFill>
                  <a:srgbClr val="272727"/>
                </a:solidFill>
              </a:rPr>
              <a:t>PO2: Problem Analysis </a:t>
            </a:r>
          </a:p>
          <a:p>
            <a:pPr marL="0" indent="0">
              <a:buNone/>
            </a:pPr>
            <a:r>
              <a:rPr lang="en-US" dirty="0">
                <a:solidFill>
                  <a:srgbClr val="272727"/>
                </a:solidFill>
              </a:rPr>
              <a:t>Identify, formulate, review research literature and analyze complex engineering problems reaching substantiated conclusions with consideration for sustainable development. (WK1 to WK4)</a:t>
            </a:r>
          </a:p>
          <a:p>
            <a:pPr marL="0" indent="0">
              <a:buNone/>
            </a:pPr>
            <a:r>
              <a:rPr lang="en-US" b="1" dirty="0">
                <a:solidFill>
                  <a:srgbClr val="272727"/>
                </a:solidFill>
              </a:rPr>
              <a:t>PO3: Design/Development of Solutions </a:t>
            </a:r>
          </a:p>
          <a:p>
            <a:pPr marL="0" indent="0">
              <a:buNone/>
            </a:pPr>
            <a:r>
              <a:rPr lang="en-US" dirty="0">
                <a:solidFill>
                  <a:srgbClr val="272727"/>
                </a:solidFill>
              </a:rPr>
              <a:t>Design creative solutions for complex engineering problems and design/develop systems/components/processes to meet identified needs with consideration for the public health and safety, whole-life cost, net zero carbon, culture, society and environment as required. (WK5)</a:t>
            </a:r>
          </a:p>
          <a:p>
            <a:pPr marL="0" indent="0">
              <a:buNone/>
            </a:pPr>
            <a:r>
              <a:rPr lang="en-US" b="1" dirty="0">
                <a:solidFill>
                  <a:srgbClr val="272727"/>
                </a:solidFill>
              </a:rPr>
              <a:t>PO4: Conduct Investigations of Complex Problems </a:t>
            </a:r>
          </a:p>
          <a:p>
            <a:pPr marL="0" indent="0">
              <a:buNone/>
            </a:pPr>
            <a:r>
              <a:rPr lang="en-US" dirty="0">
                <a:solidFill>
                  <a:srgbClr val="272727"/>
                </a:solidFill>
              </a:rPr>
              <a:t>Conduct investigations of complex engineering problems using research-based knowledge including design of experiments, modelling, analysis &amp; interpretation of data to provide valid conclusions. (WK8)</a:t>
            </a:r>
          </a:p>
        </p:txBody>
      </p:sp>
    </p:spTree>
    <p:extLst>
      <p:ext uri="{BB962C8B-B14F-4D97-AF65-F5344CB8AC3E}">
        <p14:creationId xmlns:p14="http://schemas.microsoft.com/office/powerpoint/2010/main" val="424493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313A4-EF09-84B0-486C-7A7417BC7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3E8B2-6F7D-23C0-4416-1F8B534361B8}"/>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F124B05B-9997-028E-6275-DE939185CD59}"/>
              </a:ext>
            </a:extLst>
          </p:cNvPr>
          <p:cNvSpPr>
            <a:spLocks noGrp="1"/>
          </p:cNvSpPr>
          <p:nvPr>
            <p:ph idx="1"/>
          </p:nvPr>
        </p:nvSpPr>
        <p:spPr>
          <a:xfrm>
            <a:off x="210312" y="1948069"/>
            <a:ext cx="11740896" cy="4575011"/>
          </a:xfrm>
          <a:noFill/>
        </p:spPr>
        <p:txBody>
          <a:bodyPr>
            <a:noAutofit/>
          </a:bodyPr>
          <a:lstStyle/>
          <a:p>
            <a:pPr marL="0" indent="0">
              <a:buNone/>
            </a:pPr>
            <a:r>
              <a:rPr lang="en-US" b="1" dirty="0">
                <a:solidFill>
                  <a:srgbClr val="272727"/>
                </a:solidFill>
              </a:rPr>
              <a:t>PO5: Engineering Tool Usage </a:t>
            </a:r>
          </a:p>
          <a:p>
            <a:pPr marL="0" indent="0">
              <a:buNone/>
            </a:pPr>
            <a:r>
              <a:rPr lang="en-US" dirty="0">
                <a:solidFill>
                  <a:srgbClr val="272727"/>
                </a:solidFill>
              </a:rPr>
              <a:t>Create, select and apply appropriate techniques, resources and modern engineering &amp; IT tools, including prediction and modelling recognizing their limitations to solve complex engineering problems. (WK2 and WK6)</a:t>
            </a:r>
          </a:p>
          <a:p>
            <a:pPr marL="0" indent="0">
              <a:buNone/>
            </a:pPr>
            <a:r>
              <a:rPr lang="en-US" b="1" dirty="0">
                <a:solidFill>
                  <a:srgbClr val="272727"/>
                </a:solidFill>
              </a:rPr>
              <a:t>PO6: The Engineer and The World</a:t>
            </a:r>
          </a:p>
          <a:p>
            <a:pPr marL="0" indent="0">
              <a:buNone/>
            </a:pPr>
            <a:r>
              <a:rPr lang="en-US" dirty="0">
                <a:solidFill>
                  <a:srgbClr val="272727"/>
                </a:solidFill>
              </a:rPr>
              <a:t>Analyze and evaluate societal and environmental aspects while solving complex engineering problems for its impact on sustainability with reference to economy, health, safety, legal framework, culture and environment. (WK1, WK5, &amp; WK7)</a:t>
            </a:r>
          </a:p>
          <a:p>
            <a:pPr marL="0" indent="0">
              <a:buNone/>
            </a:pPr>
            <a:r>
              <a:rPr lang="en-US" b="1" dirty="0">
                <a:solidFill>
                  <a:srgbClr val="272727"/>
                </a:solidFill>
              </a:rPr>
              <a:t>PO7: Ethics</a:t>
            </a:r>
          </a:p>
          <a:p>
            <a:pPr marL="0" indent="0">
              <a:buNone/>
            </a:pPr>
            <a:r>
              <a:rPr lang="en-US" dirty="0">
                <a:solidFill>
                  <a:srgbClr val="272727"/>
                </a:solidFill>
              </a:rPr>
              <a:t>Apply ethical principles and commit to professional ethics, human values, diversity and inclusion; adhere to national &amp; international laws. (WK9)</a:t>
            </a:r>
          </a:p>
          <a:p>
            <a:pPr marL="0" indent="0">
              <a:buNone/>
            </a:pPr>
            <a:r>
              <a:rPr lang="en-US" b="1" dirty="0">
                <a:solidFill>
                  <a:srgbClr val="272727"/>
                </a:solidFill>
              </a:rPr>
              <a:t>PO8: Individual and Collaborative Team work </a:t>
            </a:r>
          </a:p>
          <a:p>
            <a:pPr marL="0" indent="0">
              <a:buNone/>
            </a:pPr>
            <a:r>
              <a:rPr lang="en-US" dirty="0">
                <a:solidFill>
                  <a:srgbClr val="272727"/>
                </a:solidFill>
              </a:rPr>
              <a:t>Function effectively as an individual, and as a member or leader in diverse/multi-disciplinary teams. (WK9)</a:t>
            </a:r>
          </a:p>
        </p:txBody>
      </p:sp>
    </p:spTree>
    <p:extLst>
      <p:ext uri="{BB962C8B-B14F-4D97-AF65-F5344CB8AC3E}">
        <p14:creationId xmlns:p14="http://schemas.microsoft.com/office/powerpoint/2010/main" val="345535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2227-6E09-776A-F654-518F0B8BE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36042-888E-9585-7477-366A1C608803}"/>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6CC20D9E-A2B8-B876-00B8-438157743358}"/>
              </a:ext>
            </a:extLst>
          </p:cNvPr>
          <p:cNvSpPr>
            <a:spLocks noGrp="1"/>
          </p:cNvSpPr>
          <p:nvPr>
            <p:ph idx="1"/>
          </p:nvPr>
        </p:nvSpPr>
        <p:spPr>
          <a:xfrm>
            <a:off x="210312" y="1948069"/>
            <a:ext cx="11740896" cy="4575011"/>
          </a:xfrm>
          <a:noFill/>
        </p:spPr>
        <p:txBody>
          <a:bodyPr>
            <a:noAutofit/>
          </a:bodyPr>
          <a:lstStyle/>
          <a:p>
            <a:pPr marL="0" indent="0">
              <a:buNone/>
            </a:pPr>
            <a:r>
              <a:rPr lang="en-US" b="1" dirty="0">
                <a:solidFill>
                  <a:srgbClr val="272727"/>
                </a:solidFill>
              </a:rPr>
              <a:t>PO9: Communication </a:t>
            </a:r>
          </a:p>
          <a:p>
            <a:pPr marL="0" indent="0">
              <a:buNone/>
            </a:pPr>
            <a:r>
              <a:rPr lang="en-US" dirty="0">
                <a:solidFill>
                  <a:srgbClr val="272727"/>
                </a:solidFill>
              </a:rPr>
              <a:t>Communicate effectively and inclusively within the engineering community and society at large, such as being able to comprehend and write effective reports and design documentation, make effective presentations considering cultural, language, and learning differences.</a:t>
            </a:r>
          </a:p>
          <a:p>
            <a:pPr marL="0" indent="0">
              <a:buNone/>
            </a:pPr>
            <a:r>
              <a:rPr lang="en-US" b="1" dirty="0">
                <a:solidFill>
                  <a:srgbClr val="272727"/>
                </a:solidFill>
              </a:rPr>
              <a:t>PO10: Project Management and Finance </a:t>
            </a:r>
          </a:p>
          <a:p>
            <a:pPr marL="0" indent="0">
              <a:buNone/>
            </a:pPr>
            <a:r>
              <a:rPr lang="en-US" dirty="0">
                <a:solidFill>
                  <a:srgbClr val="272727"/>
                </a:solidFill>
              </a:rPr>
              <a:t>Apply knowledge and understanding of engineering management principles and economic decision-making and apply these to one’s own work, as a member and leader in a team, and to manage projects and in multidisciplinary environments.</a:t>
            </a:r>
          </a:p>
          <a:p>
            <a:pPr marL="0" indent="0">
              <a:buNone/>
            </a:pPr>
            <a:r>
              <a:rPr lang="en-US" b="1" dirty="0">
                <a:solidFill>
                  <a:srgbClr val="272727"/>
                </a:solidFill>
              </a:rPr>
              <a:t>PO11: Life-long Learning</a:t>
            </a:r>
          </a:p>
          <a:p>
            <a:pPr marL="0" indent="0">
              <a:buNone/>
            </a:pPr>
            <a:r>
              <a:rPr lang="en-US" dirty="0">
                <a:solidFill>
                  <a:srgbClr val="272727"/>
                </a:solidFill>
              </a:rPr>
              <a:t>Recognize the need for, and have the preparation and ability for </a:t>
            </a:r>
            <a:r>
              <a:rPr lang="en-US" dirty="0" err="1">
                <a:solidFill>
                  <a:srgbClr val="272727"/>
                </a:solidFill>
              </a:rPr>
              <a:t>i</a:t>
            </a:r>
            <a:r>
              <a:rPr lang="en-US" dirty="0">
                <a:solidFill>
                  <a:srgbClr val="272727"/>
                </a:solidFill>
              </a:rPr>
              <a:t>) independent and life-long learning ii) adaptability to new and emerging technologies and iii) critical thinking in the broadest context of technological change. (WK8)</a:t>
            </a:r>
          </a:p>
        </p:txBody>
      </p:sp>
    </p:spTree>
    <p:extLst>
      <p:ext uri="{BB962C8B-B14F-4D97-AF65-F5344CB8AC3E}">
        <p14:creationId xmlns:p14="http://schemas.microsoft.com/office/powerpoint/2010/main" val="1278485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168" y="159026"/>
            <a:ext cx="11923776" cy="1258612"/>
          </a:xfrm>
        </p:spPr>
        <p:txBody>
          <a:bodyPr>
            <a:normAutofit fontScale="90000"/>
          </a:bodyPr>
          <a:lstStyle/>
          <a:p>
            <a:pPr>
              <a:lnSpc>
                <a:spcPct val="150000"/>
              </a:lnSpc>
            </a:pPr>
            <a:r>
              <a:rPr lang="en-US" dirty="0"/>
              <a:t>Program Specific Outcomes (PSOs)</a:t>
            </a:r>
            <a:br>
              <a:rPr lang="en-IN" dirty="0"/>
            </a:br>
            <a:r>
              <a:rPr lang="en-US" sz="1400" b="0" dirty="0"/>
              <a:t>On successful completion, graduates of B.E. (</a:t>
            </a:r>
            <a:r>
              <a:rPr lang="en-US" sz="1400" dirty="0"/>
              <a:t>artificial intelligence &amp; data science</a:t>
            </a:r>
            <a:r>
              <a:rPr lang="en-US" sz="1400" b="0" dirty="0"/>
              <a:t>) degree program will be able to:</a:t>
            </a:r>
            <a:endParaRPr lang="en-IN" dirty="0"/>
          </a:p>
        </p:txBody>
      </p:sp>
      <p:sp>
        <p:nvSpPr>
          <p:cNvPr id="3" name="Content Placeholder 2"/>
          <p:cNvSpPr>
            <a:spLocks noGrp="1"/>
          </p:cNvSpPr>
          <p:nvPr>
            <p:ph idx="1"/>
          </p:nvPr>
        </p:nvSpPr>
        <p:spPr>
          <a:xfrm>
            <a:off x="265177" y="2103414"/>
            <a:ext cx="11786616" cy="4188525"/>
          </a:xfrm>
          <a:noFill/>
        </p:spPr>
        <p:txBody>
          <a:bodyPr>
            <a:normAutofit lnSpcReduction="10000"/>
          </a:bodyPr>
          <a:lstStyle/>
          <a:p>
            <a:r>
              <a:rPr lang="en-US" sz="2400" b="1" dirty="0"/>
              <a:t>PSO-1:</a:t>
            </a:r>
            <a:r>
              <a:rPr lang="en-US" sz="2400" dirty="0"/>
              <a:t> Design and implement intelligent models using AI, Data Analytics, and statistical techniques to solve domain-specific problems using structured and unstructured data.</a:t>
            </a:r>
          </a:p>
          <a:p>
            <a:endParaRPr lang="en-IN" sz="2400" dirty="0"/>
          </a:p>
          <a:p>
            <a:r>
              <a:rPr lang="en-US" sz="2400" b="1" dirty="0"/>
              <a:t>PSO-2: </a:t>
            </a:r>
            <a:r>
              <a:rPr lang="en-US" sz="2400" dirty="0"/>
              <a:t>Apply data engineering tools, programming languages, cloud platforms and deployment strategies to build scalable, efficient, and real-time AI/ML implementations.</a:t>
            </a:r>
            <a:endParaRPr lang="en-IN" sz="2400" dirty="0"/>
          </a:p>
          <a:p>
            <a:endParaRPr lang="en-US" sz="2400" b="1" dirty="0"/>
          </a:p>
          <a:p>
            <a:r>
              <a:rPr lang="en-US" sz="2400" b="1" dirty="0"/>
              <a:t>PSO-3: </a:t>
            </a:r>
            <a:r>
              <a:rPr lang="en-US" sz="2400" dirty="0"/>
              <a:t>Apply engineering, science, and mathematical principles to design, develop, and implement effective solutions for complex problems, addressing environmental and societal needs.</a:t>
            </a:r>
            <a:endParaRPr lang="en-IN" sz="2400" dirty="0"/>
          </a:p>
        </p:txBody>
      </p:sp>
    </p:spTree>
    <p:extLst>
      <p:ext uri="{BB962C8B-B14F-4D97-AF65-F5344CB8AC3E}">
        <p14:creationId xmlns:p14="http://schemas.microsoft.com/office/powerpoint/2010/main" val="3786743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effectLst>
                  <a:outerShdw blurRad="38100" dist="38100" dir="2700000" algn="tl">
                    <a:srgbClr val="000000">
                      <a:alpha val="43137"/>
                    </a:srgbClr>
                  </a:outerShdw>
                </a:effectLst>
              </a:rPr>
              <a:t>Semester Pattern</a:t>
            </a:r>
          </a:p>
        </p:txBody>
      </p:sp>
      <p:sp>
        <p:nvSpPr>
          <p:cNvPr id="3" name="Content Placeholder 2"/>
          <p:cNvSpPr>
            <a:spLocks noGrp="1"/>
          </p:cNvSpPr>
          <p:nvPr>
            <p:ph idx="1"/>
          </p:nvPr>
        </p:nvSpPr>
        <p:spPr>
          <a:xfrm>
            <a:off x="1079998" y="2739122"/>
            <a:ext cx="3044742" cy="1345861"/>
          </a:xfrm>
          <a:solidFill>
            <a:srgbClr val="50CBFF"/>
          </a:solidFill>
          <a:effectLst>
            <a:outerShdw blurRad="152400" dist="317500" dir="5400000" sx="90000" sy="-19000" rotWithShape="0">
              <a:prstClr val="black">
                <a:alpha val="15000"/>
              </a:prstClr>
            </a:outerShdw>
          </a:effectLst>
        </p:spPr>
        <p:txBody>
          <a:bodyPr anchor="ctr">
            <a:normAutofit/>
          </a:bodyPr>
          <a:lstStyle/>
          <a:p>
            <a:pPr algn="ctr">
              <a:buClr>
                <a:srgbClr val="00153B"/>
              </a:buClr>
            </a:pPr>
            <a:r>
              <a:rPr lang="en-US" sz="2800" b="1" dirty="0">
                <a:solidFill>
                  <a:srgbClr val="272727"/>
                </a:solidFill>
              </a:rPr>
              <a:t> SEMESTER I</a:t>
            </a:r>
            <a:endParaRPr sz="2800" b="1" dirty="0">
              <a:solidFill>
                <a:srgbClr val="272727"/>
              </a:solidFill>
            </a:endParaRPr>
          </a:p>
        </p:txBody>
      </p:sp>
      <p:sp>
        <p:nvSpPr>
          <p:cNvPr id="4" name="Content Placeholder 2">
            <a:extLst>
              <a:ext uri="{FF2B5EF4-FFF2-40B4-BE49-F238E27FC236}">
                <a16:creationId xmlns:a16="http://schemas.microsoft.com/office/drawing/2014/main" id="{F098312B-BB8A-34C3-D6F9-1059A537FE56}"/>
              </a:ext>
            </a:extLst>
          </p:cNvPr>
          <p:cNvSpPr txBox="1">
            <a:spLocks/>
          </p:cNvSpPr>
          <p:nvPr/>
        </p:nvSpPr>
        <p:spPr>
          <a:xfrm>
            <a:off x="8067262" y="2739121"/>
            <a:ext cx="3044742" cy="1345861"/>
          </a:xfrm>
          <a:prstGeom prst="rect">
            <a:avLst/>
          </a:prstGeom>
          <a:solidFill>
            <a:srgbClr val="50CBFF"/>
          </a:solidFill>
          <a:effectLst>
            <a:outerShdw blurRad="152400" dist="317500" dir="5400000" sx="90000" sy="-19000" rotWithShape="0">
              <a:prstClr val="black">
                <a:alpha val="15000"/>
              </a:prst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buClr>
                <a:srgbClr val="00153B"/>
              </a:buClr>
              <a:buNone/>
            </a:pPr>
            <a:r>
              <a:rPr lang="en-US" sz="2800" b="1" dirty="0">
                <a:solidFill>
                  <a:srgbClr val="272727"/>
                </a:solidFill>
              </a:rPr>
              <a:t>SEMESTER II</a:t>
            </a:r>
          </a:p>
        </p:txBody>
      </p:sp>
      <p:sp>
        <p:nvSpPr>
          <p:cNvPr id="5" name="Slide Number Placeholder 4">
            <a:extLst>
              <a:ext uri="{FF2B5EF4-FFF2-40B4-BE49-F238E27FC236}">
                <a16:creationId xmlns:a16="http://schemas.microsoft.com/office/drawing/2014/main" id="{4DD37E1B-ECE3-E84D-8594-06322C33C7C7}"/>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Semester</a:t>
            </a:r>
            <a:r>
              <a:rPr lang="en-US" dirty="0">
                <a:effectLst>
                  <a:outerShdw blurRad="38100" dist="38100" dir="2700000" algn="tl">
                    <a:srgbClr val="000000">
                      <a:alpha val="43137"/>
                    </a:srgbClr>
                  </a:outerShdw>
                </a:effectLst>
              </a:rPr>
              <a:t>- </a:t>
            </a:r>
            <a:r>
              <a:rPr dirty="0">
                <a:effectLst>
                  <a:outerShdw blurRad="38100" dist="38100" dir="2700000" algn="tl">
                    <a:srgbClr val="000000">
                      <a:alpha val="43137"/>
                    </a:srgbClr>
                  </a:outerShdw>
                </a:effectLst>
              </a:rPr>
              <a:t>I</a:t>
            </a:r>
            <a:r>
              <a:rPr lang="en-US" dirty="0">
                <a:effectLst>
                  <a:outerShdw blurRad="38100" dist="38100" dir="2700000" algn="tl">
                    <a:srgbClr val="000000">
                      <a:alpha val="43137"/>
                    </a:srgbClr>
                  </a:outerShdw>
                </a:effectLst>
              </a:rPr>
              <a:t> Subjects</a:t>
            </a:r>
            <a:endParaRPr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10896" y="2231136"/>
            <a:ext cx="11704320" cy="3921757"/>
          </a:xfrm>
          <a:noFill/>
          <a:effectLst>
            <a:outerShdw blurRad="50800" dist="38100" dir="16200000" rotWithShape="0">
              <a:prstClr val="black">
                <a:alpha val="40000"/>
              </a:prstClr>
            </a:outerShdw>
          </a:effectLst>
        </p:spPr>
        <p:txBody>
          <a:bodyPr vert="horz" lIns="91440" tIns="45720" rIns="91440" bIns="45720" numCol="2" rtlCol="0" anchor="ctr">
            <a:normAutofit/>
          </a:bodyPr>
          <a:lstStyle/>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Mathematics</a:t>
            </a:r>
            <a:r>
              <a:rPr lang="en-IN" sz="3000" b="1" dirty="0">
                <a:solidFill>
                  <a:srgbClr val="272727"/>
                </a:solidFill>
              </a:rPr>
              <a:t> – I</a:t>
            </a:r>
            <a:endParaRPr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Physics</a:t>
            </a:r>
            <a:endParaRPr sz="3000"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Chemistry</a:t>
            </a:r>
            <a:endParaRPr lang="en-US"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Engineering </a:t>
            </a:r>
            <a:r>
              <a:rPr sz="3000" b="1" dirty="0">
                <a:solidFill>
                  <a:srgbClr val="272727"/>
                </a:solidFill>
              </a:rPr>
              <a:t>Mechanics</a:t>
            </a:r>
            <a:endParaRPr lang="en-IN"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Basic </a:t>
            </a:r>
            <a:r>
              <a:rPr lang="en-US" sz="3000" b="1" dirty="0">
                <a:solidFill>
                  <a:srgbClr val="272727"/>
                </a:solidFill>
              </a:rPr>
              <a:t>Electrical &amp;Electronics </a:t>
            </a:r>
            <a:r>
              <a:rPr lang="en-US" sz="3000" dirty="0">
                <a:solidFill>
                  <a:srgbClr val="272727"/>
                </a:solidFill>
              </a:rPr>
              <a:t>Engineering</a:t>
            </a:r>
          </a:p>
          <a:p>
            <a:pPr marL="457200" indent="-457200">
              <a:buClr>
                <a:srgbClr val="00153B"/>
              </a:buClr>
              <a:buFont typeface="Wingdings" panose="05000000000000000000" pitchFamily="2" charset="2"/>
              <a:buChar char="Ø"/>
            </a:pPr>
            <a:r>
              <a:rPr lang="en-US" sz="3000" dirty="0">
                <a:solidFill>
                  <a:srgbClr val="272727"/>
                </a:solidFill>
              </a:rPr>
              <a:t> Professional   </a:t>
            </a:r>
            <a:r>
              <a:rPr lang="en-US" sz="3000" b="1" dirty="0">
                <a:solidFill>
                  <a:srgbClr val="272727"/>
                </a:solidFill>
              </a:rPr>
              <a:t>Communication</a:t>
            </a:r>
            <a:r>
              <a:rPr lang="en-US" sz="3000" dirty="0">
                <a:solidFill>
                  <a:srgbClr val="272727"/>
                </a:solidFill>
              </a:rPr>
              <a:t> &amp; Ethics</a:t>
            </a:r>
          </a:p>
          <a:p>
            <a:pPr marL="457200" indent="-457200">
              <a:buClr>
                <a:srgbClr val="00153B"/>
              </a:buClr>
              <a:buFont typeface="Wingdings" panose="05000000000000000000" pitchFamily="2" charset="2"/>
              <a:buChar char="Ø"/>
            </a:pPr>
            <a:r>
              <a:rPr lang="en-IN" sz="3000" dirty="0">
                <a:solidFill>
                  <a:srgbClr val="272727"/>
                </a:solidFill>
              </a:rPr>
              <a:t> C </a:t>
            </a:r>
            <a:r>
              <a:rPr lang="en-IN" sz="3000" b="1" dirty="0">
                <a:solidFill>
                  <a:srgbClr val="272727"/>
                </a:solidFill>
              </a:rPr>
              <a:t>Programming</a:t>
            </a:r>
            <a:endParaRPr sz="3000" b="1" dirty="0">
              <a:solidFill>
                <a:srgbClr val="272727"/>
              </a:solidFill>
            </a:endParaRPr>
          </a:p>
          <a:p>
            <a:pPr marL="457200" indent="-457200">
              <a:buClr>
                <a:srgbClr val="00153B"/>
              </a:buClr>
              <a:buFont typeface="Wingdings" panose="05000000000000000000" pitchFamily="2" charset="2"/>
              <a:buChar char="Ø"/>
            </a:pPr>
            <a:r>
              <a:rPr lang="en-US" sz="3000" b="1" dirty="0">
                <a:solidFill>
                  <a:srgbClr val="272727"/>
                </a:solidFill>
              </a:rPr>
              <a:t> </a:t>
            </a:r>
            <a:r>
              <a:rPr sz="3000" b="1" dirty="0">
                <a:solidFill>
                  <a:srgbClr val="272727"/>
                </a:solidFill>
              </a:rPr>
              <a:t>Workshop</a:t>
            </a:r>
            <a:r>
              <a:rPr sz="3000" dirty="0">
                <a:solidFill>
                  <a:srgbClr val="272727"/>
                </a:solidFill>
              </a:rPr>
              <a:t> Practice</a:t>
            </a:r>
            <a:endParaRPr lang="en-US" sz="3000" dirty="0">
              <a:solidFill>
                <a:srgbClr val="272727"/>
              </a:solidFill>
            </a:endParaRPr>
          </a:p>
          <a:p>
            <a:pPr>
              <a:buClr>
                <a:srgbClr val="00153B"/>
              </a:buClr>
            </a:pPr>
            <a:endParaRPr sz="3000" dirty="0">
              <a:solidFill>
                <a:srgbClr val="272727"/>
              </a:solidFill>
            </a:endParaRPr>
          </a:p>
        </p:txBody>
      </p:sp>
      <p:sp>
        <p:nvSpPr>
          <p:cNvPr id="4" name="Slide Number Placeholder 3">
            <a:extLst>
              <a:ext uri="{FF2B5EF4-FFF2-40B4-BE49-F238E27FC236}">
                <a16:creationId xmlns:a16="http://schemas.microsoft.com/office/drawing/2014/main" id="{E83DF6F0-20B3-5E74-01F7-9285D5990B8D}"/>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C9FC-4721-3F41-7A3C-150D3810C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96C30-DC41-61EA-E1FE-E2844DEBAC1D}"/>
              </a:ext>
            </a:extLst>
          </p:cNvPr>
          <p:cNvSpPr>
            <a:spLocks noGrp="1"/>
          </p:cNvSpPr>
          <p:nvPr>
            <p:ph type="title"/>
          </p:nvPr>
        </p:nvSpPr>
        <p:spPr/>
        <p:txBody>
          <a:bodyPr/>
          <a:lstStyle/>
          <a:p>
            <a:r>
              <a:rPr dirty="0">
                <a:effectLst>
                  <a:outerShdw blurRad="38100" dist="38100" dir="2700000" algn="tl">
                    <a:srgbClr val="000000">
                      <a:alpha val="43137"/>
                    </a:srgbClr>
                  </a:outerShdw>
                </a:effectLst>
              </a:rPr>
              <a:t>Semester</a:t>
            </a:r>
            <a:r>
              <a:rPr lang="en-US" dirty="0">
                <a:effectLst>
                  <a:outerShdw blurRad="38100" dist="38100" dir="2700000" algn="tl">
                    <a:srgbClr val="000000">
                      <a:alpha val="43137"/>
                    </a:srgbClr>
                  </a:outerShdw>
                </a:effectLst>
              </a:rPr>
              <a:t>- </a:t>
            </a:r>
            <a:r>
              <a:rPr dirty="0">
                <a:effectLst>
                  <a:outerShdw blurRad="38100" dist="38100" dir="2700000" algn="tl">
                    <a:srgbClr val="000000">
                      <a:alpha val="43137"/>
                    </a:srgbClr>
                  </a:outerShdw>
                </a:effectLst>
              </a:rPr>
              <a:t>I</a:t>
            </a:r>
            <a:r>
              <a:rPr lang="en-US" dirty="0">
                <a:effectLst>
                  <a:outerShdw blurRad="38100" dist="38100" dir="2700000" algn="tl">
                    <a:srgbClr val="000000">
                      <a:alpha val="43137"/>
                    </a:srgbClr>
                  </a:outerShdw>
                </a:effectLst>
              </a:rPr>
              <a:t>I Subjects</a:t>
            </a:r>
            <a:endParaRPr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1ABC063-2A2D-1D51-2355-68F5FCA19D45}"/>
              </a:ext>
            </a:extLst>
          </p:cNvPr>
          <p:cNvSpPr>
            <a:spLocks noGrp="1"/>
          </p:cNvSpPr>
          <p:nvPr>
            <p:ph idx="1"/>
          </p:nvPr>
        </p:nvSpPr>
        <p:spPr>
          <a:xfrm>
            <a:off x="182880" y="2240280"/>
            <a:ext cx="11814048" cy="3922776"/>
          </a:xfrm>
          <a:noFill/>
          <a:effectLst>
            <a:outerShdw blurRad="50800" dist="38100" dir="16200000" rotWithShape="0">
              <a:prstClr val="black">
                <a:alpha val="40000"/>
              </a:prstClr>
            </a:outerShdw>
          </a:effectLst>
        </p:spPr>
        <p:txBody>
          <a:bodyPr vert="horz" lIns="91440" tIns="45720" rIns="91440" bIns="45720" numCol="2" rtlCol="0" anchor="ctr">
            <a:normAutofit/>
          </a:bodyPr>
          <a:lstStyle/>
          <a:p>
            <a:pPr marL="457200" indent="-457200">
              <a:lnSpc>
                <a:spcPct val="150000"/>
              </a:lnSpc>
              <a:buClr>
                <a:srgbClr val="00153B"/>
              </a:buClr>
              <a:buFont typeface="Wingdings" panose="05000000000000000000" pitchFamily="2" charset="2"/>
              <a:buChar char="Ø"/>
            </a:pPr>
            <a:r>
              <a:rPr lang="en-US" sz="3000" dirty="0">
                <a:solidFill>
                  <a:srgbClr val="272727"/>
                </a:solidFill>
              </a:rPr>
              <a:t> Applied </a:t>
            </a:r>
            <a:r>
              <a:rPr lang="en-US" sz="3000" b="1" dirty="0">
                <a:solidFill>
                  <a:srgbClr val="272727"/>
                </a:solidFill>
              </a:rPr>
              <a:t>Mathematics – II</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Elective </a:t>
            </a:r>
            <a:r>
              <a:rPr lang="en-US" sz="3000" b="1" dirty="0">
                <a:solidFill>
                  <a:srgbClr val="272727"/>
                </a:solidFill>
              </a:rPr>
              <a:t>Physics</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Elective </a:t>
            </a:r>
            <a:r>
              <a:rPr lang="en-US" sz="3000" b="1" dirty="0">
                <a:solidFill>
                  <a:srgbClr val="272727"/>
                </a:solidFill>
              </a:rPr>
              <a:t>Chemistry</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Engineering </a:t>
            </a:r>
            <a:r>
              <a:rPr lang="en-US" sz="3000" b="1" dirty="0">
                <a:solidFill>
                  <a:srgbClr val="272727"/>
                </a:solidFill>
              </a:rPr>
              <a:t>Graphics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Python</a:t>
            </a:r>
            <a:r>
              <a:rPr lang="en-US" sz="3000" dirty="0">
                <a:solidFill>
                  <a:srgbClr val="272727"/>
                </a:solidFill>
              </a:rPr>
              <a:t> </a:t>
            </a:r>
            <a:r>
              <a:rPr lang="en-IN" sz="3000" dirty="0">
                <a:solidFill>
                  <a:srgbClr val="272727"/>
                </a:solidFill>
              </a:rPr>
              <a:t>Programming</a:t>
            </a:r>
            <a:endParaRPr lang="en-US" sz="3000" dirty="0">
              <a:solidFill>
                <a:srgbClr val="272727"/>
              </a:solidFill>
            </a:endParaRP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Core Course </a:t>
            </a:r>
            <a:r>
              <a:rPr lang="en-US" sz="3000" dirty="0">
                <a:solidFill>
                  <a:srgbClr val="272727"/>
                </a:solidFill>
              </a:rPr>
              <a:t>Subjects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Indian Knowledge </a:t>
            </a:r>
            <a:r>
              <a:rPr lang="en-US" sz="3000" dirty="0">
                <a:solidFill>
                  <a:srgbClr val="272727"/>
                </a:solidFill>
              </a:rPr>
              <a:t>Systems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Workshop</a:t>
            </a:r>
            <a:r>
              <a:rPr lang="en-US" sz="3000" dirty="0">
                <a:solidFill>
                  <a:srgbClr val="272727"/>
                </a:solidFill>
              </a:rPr>
              <a:t> Practice</a:t>
            </a:r>
          </a:p>
        </p:txBody>
      </p:sp>
      <p:sp>
        <p:nvSpPr>
          <p:cNvPr id="4" name="Slide Number Placeholder 3">
            <a:extLst>
              <a:ext uri="{FF2B5EF4-FFF2-40B4-BE49-F238E27FC236}">
                <a16:creationId xmlns:a16="http://schemas.microsoft.com/office/drawing/2014/main" id="{8A2143D9-43B4-1DCB-0CAE-590C3FF4A1B7}"/>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317393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Attendance Norms</a:t>
            </a:r>
          </a:p>
        </p:txBody>
      </p:sp>
      <p:sp>
        <p:nvSpPr>
          <p:cNvPr id="4" name="Content Placeholder 2">
            <a:extLst>
              <a:ext uri="{FF2B5EF4-FFF2-40B4-BE49-F238E27FC236}">
                <a16:creationId xmlns:a16="http://schemas.microsoft.com/office/drawing/2014/main" id="{306ACB78-48F6-AB3B-57D1-9E633F1BEBB3}"/>
              </a:ext>
            </a:extLst>
          </p:cNvPr>
          <p:cNvSpPr txBox="1">
            <a:spLocks/>
          </p:cNvSpPr>
          <p:nvPr/>
        </p:nvSpPr>
        <p:spPr>
          <a:xfrm>
            <a:off x="89430" y="2221992"/>
            <a:ext cx="11779482" cy="385081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q"/>
            </a:pPr>
            <a:r>
              <a:rPr lang="en-US" sz="3000" b="1" dirty="0">
                <a:solidFill>
                  <a:srgbClr val="272727"/>
                </a:solidFill>
              </a:rPr>
              <a:t> Minimum 75% attendance </a:t>
            </a:r>
            <a:r>
              <a:rPr lang="en-US" sz="3000" dirty="0">
                <a:solidFill>
                  <a:srgbClr val="272727"/>
                </a:solidFill>
              </a:rPr>
              <a:t>in each subject in each subject (in each term)</a:t>
            </a:r>
          </a:p>
          <a:p>
            <a:pPr marL="0" indent="0">
              <a:lnSpc>
                <a:spcPct val="150000"/>
              </a:lnSpc>
              <a:buClr>
                <a:srgbClr val="00153B"/>
              </a:buClr>
              <a:buNone/>
            </a:pPr>
            <a:endParaRPr lang="en-US" sz="3000" b="1" dirty="0">
              <a:solidFill>
                <a:srgbClr val="272727"/>
              </a:solidFill>
            </a:endParaRPr>
          </a:p>
          <a:p>
            <a:pPr>
              <a:lnSpc>
                <a:spcPct val="150000"/>
              </a:lnSpc>
              <a:buClr>
                <a:srgbClr val="00153B"/>
              </a:buClr>
              <a:buFont typeface="Wingdings" panose="05000000000000000000" pitchFamily="2" charset="2"/>
              <a:buChar char="q"/>
            </a:pPr>
            <a:r>
              <a:rPr lang="en-US" sz="3000" b="1" dirty="0">
                <a:solidFill>
                  <a:srgbClr val="272727"/>
                </a:solidFill>
              </a:rPr>
              <a:t> Defaulter List </a:t>
            </a:r>
            <a:r>
              <a:rPr lang="en-US" sz="3000" dirty="0">
                <a:solidFill>
                  <a:srgbClr val="272727"/>
                </a:solidFill>
              </a:rPr>
              <a:t>prepared monthly → Shared with all (Students &amp; Parents)</a:t>
            </a:r>
          </a:p>
          <a:p>
            <a:pPr marL="0" indent="0">
              <a:buClr>
                <a:srgbClr val="00153B"/>
              </a:buClr>
              <a:buNone/>
            </a:pPr>
            <a:r>
              <a:rPr lang="en-US" sz="3000" b="1" dirty="0">
                <a:solidFill>
                  <a:srgbClr val="272727"/>
                </a:solidFill>
              </a:rPr>
              <a:t> </a:t>
            </a:r>
          </a:p>
          <a:p>
            <a:pPr>
              <a:buClr>
                <a:srgbClr val="00153B"/>
              </a:buClr>
              <a:buFont typeface="Wingdings" panose="05000000000000000000" pitchFamily="2" charset="2"/>
              <a:buChar char="q"/>
            </a:pPr>
            <a:r>
              <a:rPr lang="en-US" sz="3000" b="1" dirty="0">
                <a:solidFill>
                  <a:srgbClr val="272727"/>
                </a:solidFill>
              </a:rPr>
              <a:t>Poor attendance → </a:t>
            </a:r>
            <a:r>
              <a:rPr lang="en-US" sz="3000" dirty="0">
                <a:solidFill>
                  <a:srgbClr val="272727"/>
                </a:solidFill>
              </a:rPr>
              <a:t>May lose exam eligibility 																		(</a:t>
            </a:r>
            <a:r>
              <a:rPr lang="en-US" sz="2800" i="1" dirty="0">
                <a:solidFill>
                  <a:srgbClr val="272727"/>
                </a:solidFill>
                <a:latin typeface="Times New Roman" panose="02020603050405020304" pitchFamily="18" charset="0"/>
                <a:cs typeface="Times New Roman" panose="02020603050405020304" pitchFamily="18" charset="0"/>
              </a:rPr>
              <a:t>as per University of Mumbai guidelines</a:t>
            </a:r>
            <a:r>
              <a:rPr lang="en-US" sz="3000" dirty="0">
                <a:solidFill>
                  <a:srgbClr val="272727"/>
                </a:solidFill>
              </a:rPr>
              <a:t>)</a:t>
            </a:r>
          </a:p>
        </p:txBody>
      </p:sp>
      <p:sp>
        <p:nvSpPr>
          <p:cNvPr id="3" name="Slide Number Placeholder 2">
            <a:extLst>
              <a:ext uri="{FF2B5EF4-FFF2-40B4-BE49-F238E27FC236}">
                <a16:creationId xmlns:a16="http://schemas.microsoft.com/office/drawing/2014/main" id="{38C979FD-0D21-0295-C86B-B515069C4500}"/>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017" y="447188"/>
            <a:ext cx="10894981" cy="970450"/>
          </a:xfrm>
        </p:spPr>
        <p:txBody>
          <a:bodyPr>
            <a:normAutofit fontScale="90000"/>
          </a:bodyPr>
          <a:lstStyle/>
          <a:p>
            <a:r>
              <a:rPr dirty="0">
                <a:effectLst>
                  <a:outerShdw blurRad="38100" dist="38100" dir="2700000" algn="tl">
                    <a:srgbClr val="000000">
                      <a:alpha val="43137"/>
                    </a:srgbClr>
                  </a:outerShdw>
                </a:effectLst>
              </a:rPr>
              <a:t>Rules for Passing &amp; Promotion</a:t>
            </a:r>
            <a:r>
              <a:rPr lang="en-US" dirty="0">
                <a:effectLst>
                  <a:outerShdw blurRad="38100" dist="38100" dir="2700000" algn="tl">
                    <a:srgbClr val="000000">
                      <a:alpha val="43137"/>
                    </a:srgbClr>
                  </a:outerShdw>
                </a:effectLst>
              </a:rPr>
              <a:t> to S.E.</a:t>
            </a:r>
            <a:endParaRPr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752BC377-F8D9-93EA-A61F-F0567B3D7C82}"/>
              </a:ext>
            </a:extLst>
          </p:cNvPr>
          <p:cNvSpPr txBox="1">
            <a:spLocks/>
          </p:cNvSpPr>
          <p:nvPr/>
        </p:nvSpPr>
        <p:spPr>
          <a:xfrm>
            <a:off x="211016" y="1929384"/>
            <a:ext cx="11712760" cy="4562856"/>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q"/>
            </a:pPr>
            <a:r>
              <a:rPr lang="en-US" sz="3000" b="1" dirty="0">
                <a:solidFill>
                  <a:srgbClr val="272727"/>
                </a:solidFill>
              </a:rPr>
              <a:t> Minimum 40% </a:t>
            </a:r>
            <a:r>
              <a:rPr lang="en-US" sz="3000" dirty="0">
                <a:solidFill>
                  <a:srgbClr val="272727"/>
                </a:solidFill>
              </a:rPr>
              <a:t>marks in each subject (Theory, Practical)</a:t>
            </a:r>
          </a:p>
          <a:p>
            <a:pPr>
              <a:lnSpc>
                <a:spcPct val="150000"/>
              </a:lnSpc>
              <a:buClr>
                <a:srgbClr val="00153B"/>
              </a:buClr>
              <a:buFont typeface="Wingdings" panose="05000000000000000000" pitchFamily="2" charset="2"/>
              <a:buChar char="q"/>
            </a:pPr>
            <a:r>
              <a:rPr lang="en-US" sz="3000" b="1" dirty="0">
                <a:solidFill>
                  <a:srgbClr val="272727"/>
                </a:solidFill>
              </a:rPr>
              <a:t> Must clear </a:t>
            </a:r>
            <a:r>
              <a:rPr lang="en-US" sz="3000" dirty="0">
                <a:solidFill>
                  <a:srgbClr val="272727"/>
                </a:solidFill>
              </a:rPr>
              <a:t>set of Theory (Internal &amp; University) &amp;/or Practical (Termwork &amp; Oral/ Practical) exams</a:t>
            </a:r>
          </a:p>
          <a:p>
            <a:pPr>
              <a:lnSpc>
                <a:spcPct val="150000"/>
              </a:lnSpc>
              <a:buClr>
                <a:srgbClr val="00153B"/>
              </a:buClr>
              <a:buFont typeface="Wingdings" panose="05000000000000000000" pitchFamily="2" charset="2"/>
              <a:buChar char="q"/>
            </a:pPr>
            <a:r>
              <a:rPr lang="en-US" sz="3000" b="1" dirty="0">
                <a:solidFill>
                  <a:srgbClr val="272727"/>
                </a:solidFill>
              </a:rPr>
              <a:t> Minimum 32 credit (Maximum 45 (23+22)) </a:t>
            </a:r>
            <a:r>
              <a:rPr lang="en-US" sz="3000" dirty="0">
                <a:solidFill>
                  <a:srgbClr val="272727"/>
                </a:solidFill>
              </a:rPr>
              <a:t>to be earned</a:t>
            </a:r>
            <a:endParaRPr lang="en-US" sz="2800" dirty="0">
              <a:solidFill>
                <a:srgbClr val="272727"/>
              </a:solidFill>
            </a:endParaRPr>
          </a:p>
          <a:p>
            <a:pPr>
              <a:lnSpc>
                <a:spcPct val="150000"/>
              </a:lnSpc>
              <a:buClr>
                <a:srgbClr val="00153B"/>
              </a:buClr>
              <a:buFont typeface="Wingdings" panose="05000000000000000000" pitchFamily="2" charset="2"/>
              <a:buChar char="q"/>
            </a:pPr>
            <a:r>
              <a:rPr lang="en-US" sz="3000" b="1" dirty="0">
                <a:solidFill>
                  <a:srgbClr val="7030A0"/>
                </a:solidFill>
              </a:rPr>
              <a:t> Result of Previous Academic Year  ≈  80%</a:t>
            </a:r>
          </a:p>
        </p:txBody>
      </p:sp>
      <p:sp>
        <p:nvSpPr>
          <p:cNvPr id="3" name="Slide Number Placeholder 2">
            <a:extLst>
              <a:ext uri="{FF2B5EF4-FFF2-40B4-BE49-F238E27FC236}">
                <a16:creationId xmlns:a16="http://schemas.microsoft.com/office/drawing/2014/main" id="{CBB4C276-D9A7-0589-A59E-CC07D77ACC7B}"/>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8" name="TextBox 7">
            <a:extLst>
              <a:ext uri="{FF2B5EF4-FFF2-40B4-BE49-F238E27FC236}">
                <a16:creationId xmlns:a16="http://schemas.microsoft.com/office/drawing/2014/main" id="{D8F5B09D-6E34-476D-FB5F-81C9D8035A8C}"/>
              </a:ext>
            </a:extLst>
          </p:cNvPr>
          <p:cNvSpPr txBox="1"/>
          <p:nvPr/>
        </p:nvSpPr>
        <p:spPr>
          <a:xfrm>
            <a:off x="5961888" y="4584563"/>
            <a:ext cx="1901952" cy="338554"/>
          </a:xfrm>
          <a:prstGeom prst="rect">
            <a:avLst/>
          </a:prstGeom>
          <a:noFill/>
        </p:spPr>
        <p:txBody>
          <a:bodyPr wrap="square" rtlCol="0">
            <a:spAutoFit/>
          </a:bodyPr>
          <a:lstStyle/>
          <a:p>
            <a:r>
              <a:rPr lang="en-US" sz="1600" dirty="0">
                <a:solidFill>
                  <a:srgbClr val="191801"/>
                </a:solidFill>
                <a:latin typeface="Times New Roman" panose="02020603050405020304" pitchFamily="18" charset="0"/>
                <a:cs typeface="Times New Roman" panose="02020603050405020304" pitchFamily="18" charset="0"/>
              </a:rPr>
              <a:t>(SEM-I + SEM-II)</a:t>
            </a:r>
            <a:endParaRPr lang="en-IN" sz="1600" dirty="0">
              <a:solidFill>
                <a:srgbClr val="19180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113" y="193964"/>
            <a:ext cx="11610109" cy="1223674"/>
          </a:xfrm>
        </p:spPr>
        <p:txBody>
          <a:bodyPr>
            <a:normAutofit/>
          </a:bodyPr>
          <a:lstStyle/>
          <a:p>
            <a:pPr algn="ctr"/>
            <a:r>
              <a:rPr lang="en-US" sz="3600" dirty="0"/>
              <a:t>NEP 2020 With Effect from Academic Year</a:t>
            </a:r>
            <a:br>
              <a:rPr lang="en-US" sz="3600" dirty="0"/>
            </a:br>
            <a:r>
              <a:rPr lang="en-US" sz="3600" dirty="0"/>
              <a:t> (2024 - 2025) Semester- I</a:t>
            </a:r>
            <a:endParaRPr lang="en-IN" sz="3600" dirty="0"/>
          </a:p>
        </p:txBody>
      </p:sp>
      <p:pic>
        <p:nvPicPr>
          <p:cNvPr id="6" name="Content Placeholder 5"/>
          <p:cNvPicPr>
            <a:picLocks noGrp="1" noChangeAspect="1"/>
          </p:cNvPicPr>
          <p:nvPr>
            <p:ph idx="1"/>
          </p:nvPr>
        </p:nvPicPr>
        <p:blipFill>
          <a:blip r:embed="rId2"/>
          <a:stretch>
            <a:fillRect/>
          </a:stretch>
        </p:blipFill>
        <p:spPr>
          <a:xfrm>
            <a:off x="226290" y="2129785"/>
            <a:ext cx="11610109" cy="4534251"/>
          </a:xfrm>
          <a:prstGeom prst="rect">
            <a:avLst/>
          </a:prstGeom>
        </p:spPr>
      </p:pic>
      <p:sp>
        <p:nvSpPr>
          <p:cNvPr id="3" name="Rectangle 2">
            <a:extLst>
              <a:ext uri="{FF2B5EF4-FFF2-40B4-BE49-F238E27FC236}">
                <a16:creationId xmlns:a16="http://schemas.microsoft.com/office/drawing/2014/main" id="{CBFB93A9-C821-E44D-DBF1-1FEC71431FC6}"/>
              </a:ext>
            </a:extLst>
          </p:cNvPr>
          <p:cNvSpPr/>
          <p:nvPr/>
        </p:nvSpPr>
        <p:spPr>
          <a:xfrm>
            <a:off x="8010939" y="2991678"/>
            <a:ext cx="924339" cy="3538331"/>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4316CE0-EDBC-CBA0-1D01-87620DECD418}"/>
              </a:ext>
            </a:extLst>
          </p:cNvPr>
          <p:cNvSpPr/>
          <p:nvPr/>
        </p:nvSpPr>
        <p:spPr>
          <a:xfrm>
            <a:off x="8984974" y="2991678"/>
            <a:ext cx="844826" cy="7354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84624FE-FB04-76DA-D05C-75A65DAEF4C1}"/>
              </a:ext>
            </a:extLst>
          </p:cNvPr>
          <p:cNvSpPr/>
          <p:nvPr/>
        </p:nvSpPr>
        <p:spPr>
          <a:xfrm>
            <a:off x="9919252" y="2991678"/>
            <a:ext cx="844826" cy="3538331"/>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DB46EACC-73B5-B09C-8660-ABB4BE349EC6}"/>
              </a:ext>
            </a:extLst>
          </p:cNvPr>
          <p:cNvSpPr>
            <a:spLocks noGrp="1"/>
          </p:cNvSpPr>
          <p:nvPr>
            <p:ph type="sldNum" sz="quarter" idx="12"/>
          </p:nvPr>
        </p:nvSpPr>
        <p:spPr/>
        <p:txBody>
          <a:bodyPr/>
          <a:lstStyle/>
          <a:p>
            <a:fld id="{C1FF6DA9-008F-8B48-92A6-B652298478BF}" type="slidenum">
              <a:rPr lang="en-US" smtClean="0"/>
              <a:t>16</a:t>
            </a:fld>
            <a:endParaRPr lang="en-US"/>
          </a:p>
        </p:txBody>
      </p:sp>
    </p:spTree>
    <p:extLst>
      <p:ext uri="{BB962C8B-B14F-4D97-AF65-F5344CB8AC3E}">
        <p14:creationId xmlns:p14="http://schemas.microsoft.com/office/powerpoint/2010/main" val="568316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494" y="2258593"/>
            <a:ext cx="11791012" cy="2625460"/>
          </a:xfrm>
          <a:prstGeom prst="rect">
            <a:avLst/>
          </a:prstGeom>
        </p:spPr>
      </p:pic>
      <p:sp>
        <p:nvSpPr>
          <p:cNvPr id="5" name="Rectangle 4"/>
          <p:cNvSpPr/>
          <p:nvPr/>
        </p:nvSpPr>
        <p:spPr>
          <a:xfrm>
            <a:off x="200495" y="5027136"/>
            <a:ext cx="11791012" cy="1323439"/>
          </a:xfrm>
          <a:prstGeom prst="rect">
            <a:avLst/>
          </a:prstGeom>
          <a:noFill/>
        </p:spPr>
        <p:txBody>
          <a:bodyPr wrap="square">
            <a:spAutoFit/>
          </a:bodyPr>
          <a:lstStyle/>
          <a:p>
            <a:r>
              <a:rPr lang="en-IN" sz="2000" dirty="0">
                <a:solidFill>
                  <a:srgbClr val="002060"/>
                </a:solidFill>
              </a:rPr>
              <a:t>* Two hours of practical class to be conducted for full class as demo/discussion.</a:t>
            </a:r>
          </a:p>
          <a:p>
            <a:r>
              <a:rPr lang="en-IN" sz="2000" dirty="0">
                <a:solidFill>
                  <a:srgbClr val="002060"/>
                </a:solidFill>
              </a:rPr>
              <a:t># Course evaluation is activity-based which may be an individual or group of four students.</a:t>
            </a:r>
          </a:p>
          <a:p>
            <a:endParaRPr lang="en-IN" sz="2000" dirty="0">
              <a:solidFill>
                <a:srgbClr val="002060"/>
              </a:solidFill>
            </a:endParaRPr>
          </a:p>
          <a:p>
            <a:r>
              <a:rPr lang="en-IN" sz="2000" dirty="0">
                <a:solidFill>
                  <a:srgbClr val="002060"/>
                </a:solidFill>
              </a:rPr>
              <a:t>Theory / Tutorial 1 credit for 1 hour and Practical 1 credit for 2 hours</a:t>
            </a:r>
          </a:p>
        </p:txBody>
      </p:sp>
      <p:sp>
        <p:nvSpPr>
          <p:cNvPr id="3" name="Rectangle 2">
            <a:extLst>
              <a:ext uri="{FF2B5EF4-FFF2-40B4-BE49-F238E27FC236}">
                <a16:creationId xmlns:a16="http://schemas.microsoft.com/office/drawing/2014/main" id="{75909EAE-BECE-8664-7A30-39D9D7F11352}"/>
              </a:ext>
            </a:extLst>
          </p:cNvPr>
          <p:cNvSpPr/>
          <p:nvPr/>
        </p:nvSpPr>
        <p:spPr>
          <a:xfrm>
            <a:off x="8140148" y="2258594"/>
            <a:ext cx="924339" cy="1955598"/>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3A38E1-E878-C415-F9F3-51D164D28E85}"/>
              </a:ext>
            </a:extLst>
          </p:cNvPr>
          <p:cNvSpPr/>
          <p:nvPr/>
        </p:nvSpPr>
        <p:spPr>
          <a:xfrm>
            <a:off x="10026070" y="2258593"/>
            <a:ext cx="924339" cy="195559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FF8542-A5EC-42CA-0391-220D313C61FD}"/>
              </a:ext>
            </a:extLst>
          </p:cNvPr>
          <p:cNvSpPr>
            <a:spLocks noGrp="1"/>
          </p:cNvSpPr>
          <p:nvPr>
            <p:ph type="title"/>
          </p:nvPr>
        </p:nvSpPr>
        <p:spPr>
          <a:xfrm>
            <a:off x="308113" y="193964"/>
            <a:ext cx="11610109" cy="1223674"/>
          </a:xfrm>
        </p:spPr>
        <p:txBody>
          <a:bodyPr>
            <a:normAutofit/>
          </a:bodyPr>
          <a:lstStyle/>
          <a:p>
            <a:pPr algn="ctr"/>
            <a:r>
              <a:rPr lang="en-US" sz="3600" dirty="0"/>
              <a:t>NEP 2020 With Effect from Academic Year</a:t>
            </a:r>
            <a:br>
              <a:rPr lang="en-US" sz="3600" dirty="0"/>
            </a:br>
            <a:r>
              <a:rPr lang="en-US" sz="3600" dirty="0"/>
              <a:t> (2024 - 2025) Semester- I</a:t>
            </a:r>
            <a:endParaRPr lang="en-IN" sz="3600" dirty="0"/>
          </a:p>
        </p:txBody>
      </p:sp>
      <p:sp>
        <p:nvSpPr>
          <p:cNvPr id="6" name="Slide Number Placeholder 5">
            <a:extLst>
              <a:ext uri="{FF2B5EF4-FFF2-40B4-BE49-F238E27FC236}">
                <a16:creationId xmlns:a16="http://schemas.microsoft.com/office/drawing/2014/main" id="{468435A8-1513-AE93-6380-41EC3D3ED6AE}"/>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231561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1866D-6BA7-A29D-0F18-35718727B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9AAAC-07B1-2110-D8E9-6E91646E45A2}"/>
              </a:ext>
            </a:extLst>
          </p:cNvPr>
          <p:cNvSpPr>
            <a:spLocks noGrp="1"/>
          </p:cNvSpPr>
          <p:nvPr>
            <p:ph type="title"/>
          </p:nvPr>
        </p:nvSpPr>
        <p:spPr>
          <a:xfrm>
            <a:off x="576470" y="447188"/>
            <a:ext cx="11181521" cy="970450"/>
          </a:xfrm>
        </p:spPr>
        <p:txBody>
          <a:bodyPr>
            <a:noAutofit/>
          </a:bodyPr>
          <a:lstStyle/>
          <a:p>
            <a:pPr algn="ctr"/>
            <a:r>
              <a:rPr lang="en-US" sz="3600" dirty="0">
                <a:effectLst>
                  <a:outerShdw blurRad="38100" dist="38100" dir="2700000" algn="tl">
                    <a:srgbClr val="000000">
                      <a:alpha val="43137"/>
                    </a:srgbClr>
                  </a:outerShdw>
                </a:effectLst>
              </a:rPr>
              <a:t>Credit Assignment: Sample Calculation I</a:t>
            </a:r>
            <a:endParaRPr sz="36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89AE7EA7-DC04-18FD-DD8E-11C9B2A0F4E7}"/>
              </a:ext>
            </a:extLst>
          </p:cNvPr>
          <p:cNvSpPr txBox="1">
            <a:spLocks/>
          </p:cNvSpPr>
          <p:nvPr/>
        </p:nvSpPr>
        <p:spPr>
          <a:xfrm>
            <a:off x="211016" y="2538384"/>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dirty="0">
                <a:solidFill>
                  <a:srgbClr val="272727"/>
                </a:solidFill>
              </a:rPr>
              <a:t>AM-I</a:t>
            </a:r>
          </a:p>
        </p:txBody>
      </p:sp>
      <p:sp>
        <p:nvSpPr>
          <p:cNvPr id="5" name="Content Placeholder 2">
            <a:extLst>
              <a:ext uri="{FF2B5EF4-FFF2-40B4-BE49-F238E27FC236}">
                <a16:creationId xmlns:a16="http://schemas.microsoft.com/office/drawing/2014/main" id="{C71C926E-F9B8-A576-CE5C-386E2AEA03B0}"/>
              </a:ext>
            </a:extLst>
          </p:cNvPr>
          <p:cNvSpPr txBox="1">
            <a:spLocks/>
          </p:cNvSpPr>
          <p:nvPr/>
        </p:nvSpPr>
        <p:spPr>
          <a:xfrm>
            <a:off x="2613610" y="2559919"/>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 name="Content Placeholder 2">
            <a:extLst>
              <a:ext uri="{FF2B5EF4-FFF2-40B4-BE49-F238E27FC236}">
                <a16:creationId xmlns:a16="http://schemas.microsoft.com/office/drawing/2014/main" id="{F8A207B4-2B33-4C0A-2B1B-7714D6D7E5A0}"/>
              </a:ext>
            </a:extLst>
          </p:cNvPr>
          <p:cNvSpPr txBox="1">
            <a:spLocks/>
          </p:cNvSpPr>
          <p:nvPr/>
        </p:nvSpPr>
        <p:spPr>
          <a:xfrm>
            <a:off x="4060262" y="2563233"/>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9" name="Content Placeholder 2">
            <a:extLst>
              <a:ext uri="{FF2B5EF4-FFF2-40B4-BE49-F238E27FC236}">
                <a16:creationId xmlns:a16="http://schemas.microsoft.com/office/drawing/2014/main" id="{50B84464-0125-2DA0-C16B-9D0583FC028D}"/>
              </a:ext>
            </a:extLst>
          </p:cNvPr>
          <p:cNvSpPr txBox="1">
            <a:spLocks/>
          </p:cNvSpPr>
          <p:nvPr/>
        </p:nvSpPr>
        <p:spPr>
          <a:xfrm>
            <a:off x="5391596" y="2576486"/>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11" name="Content Placeholder 2">
            <a:extLst>
              <a:ext uri="{FF2B5EF4-FFF2-40B4-BE49-F238E27FC236}">
                <a16:creationId xmlns:a16="http://schemas.microsoft.com/office/drawing/2014/main" id="{A790BC95-B1E8-3824-452F-37936EE005CD}"/>
              </a:ext>
            </a:extLst>
          </p:cNvPr>
          <p:cNvSpPr txBox="1">
            <a:spLocks/>
          </p:cNvSpPr>
          <p:nvPr/>
        </p:nvSpPr>
        <p:spPr>
          <a:xfrm>
            <a:off x="7278371" y="257317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13" name="Content Placeholder 2">
            <a:extLst>
              <a:ext uri="{FF2B5EF4-FFF2-40B4-BE49-F238E27FC236}">
                <a16:creationId xmlns:a16="http://schemas.microsoft.com/office/drawing/2014/main" id="{43275033-E3E1-008B-8B67-7CB3D0150DED}"/>
              </a:ext>
            </a:extLst>
          </p:cNvPr>
          <p:cNvSpPr txBox="1">
            <a:spLocks/>
          </p:cNvSpPr>
          <p:nvPr/>
        </p:nvSpPr>
        <p:spPr>
          <a:xfrm>
            <a:off x="8725023" y="2576486"/>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17" name="Content Placeholder 2">
            <a:extLst>
              <a:ext uri="{FF2B5EF4-FFF2-40B4-BE49-F238E27FC236}">
                <a16:creationId xmlns:a16="http://schemas.microsoft.com/office/drawing/2014/main" id="{A974A5D2-3D30-E930-4DBE-56705C313564}"/>
              </a:ext>
            </a:extLst>
          </p:cNvPr>
          <p:cNvSpPr txBox="1">
            <a:spLocks/>
          </p:cNvSpPr>
          <p:nvPr/>
        </p:nvSpPr>
        <p:spPr>
          <a:xfrm>
            <a:off x="10489222" y="2589739"/>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3 Credits</a:t>
            </a:r>
          </a:p>
        </p:txBody>
      </p:sp>
      <p:sp>
        <p:nvSpPr>
          <p:cNvPr id="21" name="Content Placeholder 2">
            <a:extLst>
              <a:ext uri="{FF2B5EF4-FFF2-40B4-BE49-F238E27FC236}">
                <a16:creationId xmlns:a16="http://schemas.microsoft.com/office/drawing/2014/main" id="{7AF5110B-E997-E49F-3E3A-264C89D97E10}"/>
              </a:ext>
            </a:extLst>
          </p:cNvPr>
          <p:cNvSpPr txBox="1">
            <a:spLocks/>
          </p:cNvSpPr>
          <p:nvPr/>
        </p:nvSpPr>
        <p:spPr>
          <a:xfrm>
            <a:off x="2613610" y="343674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23" name="Content Placeholder 2">
            <a:extLst>
              <a:ext uri="{FF2B5EF4-FFF2-40B4-BE49-F238E27FC236}">
                <a16:creationId xmlns:a16="http://schemas.microsoft.com/office/drawing/2014/main" id="{4048FE78-59FB-5A75-C25B-FD4CE63F6458}"/>
              </a:ext>
            </a:extLst>
          </p:cNvPr>
          <p:cNvSpPr txBox="1">
            <a:spLocks/>
          </p:cNvSpPr>
          <p:nvPr/>
        </p:nvSpPr>
        <p:spPr>
          <a:xfrm>
            <a:off x="4060262" y="344006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25" name="Content Placeholder 2">
            <a:extLst>
              <a:ext uri="{FF2B5EF4-FFF2-40B4-BE49-F238E27FC236}">
                <a16:creationId xmlns:a16="http://schemas.microsoft.com/office/drawing/2014/main" id="{C41643A2-C745-5950-DCA4-37C6768E8771}"/>
              </a:ext>
            </a:extLst>
          </p:cNvPr>
          <p:cNvSpPr txBox="1">
            <a:spLocks/>
          </p:cNvSpPr>
          <p:nvPr/>
        </p:nvSpPr>
        <p:spPr>
          <a:xfrm>
            <a:off x="5391596" y="345331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27" name="Content Placeholder 2">
            <a:extLst>
              <a:ext uri="{FF2B5EF4-FFF2-40B4-BE49-F238E27FC236}">
                <a16:creationId xmlns:a16="http://schemas.microsoft.com/office/drawing/2014/main" id="{03A18895-E6E6-ED56-FE10-EFDAFD14BAB5}"/>
              </a:ext>
            </a:extLst>
          </p:cNvPr>
          <p:cNvSpPr txBox="1">
            <a:spLocks/>
          </p:cNvSpPr>
          <p:nvPr/>
        </p:nvSpPr>
        <p:spPr>
          <a:xfrm>
            <a:off x="7278371" y="345000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29" name="Content Placeholder 2">
            <a:extLst>
              <a:ext uri="{FF2B5EF4-FFF2-40B4-BE49-F238E27FC236}">
                <a16:creationId xmlns:a16="http://schemas.microsoft.com/office/drawing/2014/main" id="{5C90322C-43D5-1F5D-15FA-88342BEAE969}"/>
              </a:ext>
            </a:extLst>
          </p:cNvPr>
          <p:cNvSpPr txBox="1">
            <a:spLocks/>
          </p:cNvSpPr>
          <p:nvPr/>
        </p:nvSpPr>
        <p:spPr>
          <a:xfrm>
            <a:off x="8725023" y="345331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3" name="Content Placeholder 2">
            <a:extLst>
              <a:ext uri="{FF2B5EF4-FFF2-40B4-BE49-F238E27FC236}">
                <a16:creationId xmlns:a16="http://schemas.microsoft.com/office/drawing/2014/main" id="{C79D9DFF-889E-768C-9356-3CAF60E515F9}"/>
              </a:ext>
            </a:extLst>
          </p:cNvPr>
          <p:cNvSpPr txBox="1">
            <a:spLocks/>
          </p:cNvSpPr>
          <p:nvPr/>
        </p:nvSpPr>
        <p:spPr>
          <a:xfrm>
            <a:off x="10489222" y="346656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7" name="Content Placeholder 2">
            <a:extLst>
              <a:ext uri="{FF2B5EF4-FFF2-40B4-BE49-F238E27FC236}">
                <a16:creationId xmlns:a16="http://schemas.microsoft.com/office/drawing/2014/main" id="{94952373-8D16-ECBB-C97C-C74AA5B18AB9}"/>
              </a:ext>
            </a:extLst>
          </p:cNvPr>
          <p:cNvSpPr txBox="1">
            <a:spLocks/>
          </p:cNvSpPr>
          <p:nvPr/>
        </p:nvSpPr>
        <p:spPr>
          <a:xfrm>
            <a:off x="2613610" y="428375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39" name="Content Placeholder 2">
            <a:extLst>
              <a:ext uri="{FF2B5EF4-FFF2-40B4-BE49-F238E27FC236}">
                <a16:creationId xmlns:a16="http://schemas.microsoft.com/office/drawing/2014/main" id="{D02424B3-DCE2-6747-0F0B-0DE25D448AE9}"/>
              </a:ext>
            </a:extLst>
          </p:cNvPr>
          <p:cNvSpPr txBox="1">
            <a:spLocks/>
          </p:cNvSpPr>
          <p:nvPr/>
        </p:nvSpPr>
        <p:spPr>
          <a:xfrm>
            <a:off x="4060262" y="428707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41" name="Content Placeholder 2">
            <a:extLst>
              <a:ext uri="{FF2B5EF4-FFF2-40B4-BE49-F238E27FC236}">
                <a16:creationId xmlns:a16="http://schemas.microsoft.com/office/drawing/2014/main" id="{FA82144A-771E-8D0C-3EAF-9ECC5BB75EAF}"/>
              </a:ext>
            </a:extLst>
          </p:cNvPr>
          <p:cNvSpPr txBox="1">
            <a:spLocks/>
          </p:cNvSpPr>
          <p:nvPr/>
        </p:nvSpPr>
        <p:spPr>
          <a:xfrm>
            <a:off x="5391596" y="430032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43" name="Content Placeholder 2">
            <a:extLst>
              <a:ext uri="{FF2B5EF4-FFF2-40B4-BE49-F238E27FC236}">
                <a16:creationId xmlns:a16="http://schemas.microsoft.com/office/drawing/2014/main" id="{5F81C58C-BC0C-553E-28CE-A16F0ED2BE32}"/>
              </a:ext>
            </a:extLst>
          </p:cNvPr>
          <p:cNvSpPr txBox="1">
            <a:spLocks/>
          </p:cNvSpPr>
          <p:nvPr/>
        </p:nvSpPr>
        <p:spPr>
          <a:xfrm>
            <a:off x="7278371" y="429701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45" name="Content Placeholder 2">
            <a:extLst>
              <a:ext uri="{FF2B5EF4-FFF2-40B4-BE49-F238E27FC236}">
                <a16:creationId xmlns:a16="http://schemas.microsoft.com/office/drawing/2014/main" id="{A1E3AFFF-CB57-7027-75DE-8E44A27D3766}"/>
              </a:ext>
            </a:extLst>
          </p:cNvPr>
          <p:cNvSpPr txBox="1">
            <a:spLocks/>
          </p:cNvSpPr>
          <p:nvPr/>
        </p:nvSpPr>
        <p:spPr>
          <a:xfrm>
            <a:off x="8725023" y="430032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49" name="Content Placeholder 2">
            <a:extLst>
              <a:ext uri="{FF2B5EF4-FFF2-40B4-BE49-F238E27FC236}">
                <a16:creationId xmlns:a16="http://schemas.microsoft.com/office/drawing/2014/main" id="{A0DC74CD-B6C5-512B-973D-ADE6F8667EF2}"/>
              </a:ext>
            </a:extLst>
          </p:cNvPr>
          <p:cNvSpPr txBox="1">
            <a:spLocks/>
          </p:cNvSpPr>
          <p:nvPr/>
        </p:nvSpPr>
        <p:spPr>
          <a:xfrm>
            <a:off x="10489222" y="431357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53" name="Content Placeholder 2">
            <a:extLst>
              <a:ext uri="{FF2B5EF4-FFF2-40B4-BE49-F238E27FC236}">
                <a16:creationId xmlns:a16="http://schemas.microsoft.com/office/drawing/2014/main" id="{7068A672-D781-F4C9-B3E4-2CA5CC82A879}"/>
              </a:ext>
            </a:extLst>
          </p:cNvPr>
          <p:cNvSpPr txBox="1">
            <a:spLocks/>
          </p:cNvSpPr>
          <p:nvPr/>
        </p:nvSpPr>
        <p:spPr>
          <a:xfrm>
            <a:off x="2613610" y="516058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55" name="Content Placeholder 2">
            <a:extLst>
              <a:ext uri="{FF2B5EF4-FFF2-40B4-BE49-F238E27FC236}">
                <a16:creationId xmlns:a16="http://schemas.microsoft.com/office/drawing/2014/main" id="{F5A3F428-B805-8E6B-D9F0-DF31006ADE36}"/>
              </a:ext>
            </a:extLst>
          </p:cNvPr>
          <p:cNvSpPr txBox="1">
            <a:spLocks/>
          </p:cNvSpPr>
          <p:nvPr/>
        </p:nvSpPr>
        <p:spPr>
          <a:xfrm>
            <a:off x="4060262" y="516390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57" name="Content Placeholder 2">
            <a:extLst>
              <a:ext uri="{FF2B5EF4-FFF2-40B4-BE49-F238E27FC236}">
                <a16:creationId xmlns:a16="http://schemas.microsoft.com/office/drawing/2014/main" id="{2A03BA08-E56E-C614-7CCF-734CE6F3A740}"/>
              </a:ext>
            </a:extLst>
          </p:cNvPr>
          <p:cNvSpPr txBox="1">
            <a:spLocks/>
          </p:cNvSpPr>
          <p:nvPr/>
        </p:nvSpPr>
        <p:spPr>
          <a:xfrm>
            <a:off x="5391596" y="517715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59" name="Content Placeholder 2">
            <a:extLst>
              <a:ext uri="{FF2B5EF4-FFF2-40B4-BE49-F238E27FC236}">
                <a16:creationId xmlns:a16="http://schemas.microsoft.com/office/drawing/2014/main" id="{9F198CA7-D37F-8878-5C7C-DE6EA80D94B9}"/>
              </a:ext>
            </a:extLst>
          </p:cNvPr>
          <p:cNvSpPr txBox="1">
            <a:spLocks/>
          </p:cNvSpPr>
          <p:nvPr/>
        </p:nvSpPr>
        <p:spPr>
          <a:xfrm>
            <a:off x="7278371" y="517384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61" name="Content Placeholder 2">
            <a:extLst>
              <a:ext uri="{FF2B5EF4-FFF2-40B4-BE49-F238E27FC236}">
                <a16:creationId xmlns:a16="http://schemas.microsoft.com/office/drawing/2014/main" id="{511233A4-9EFC-D562-B09E-B98FFCA8826E}"/>
              </a:ext>
            </a:extLst>
          </p:cNvPr>
          <p:cNvSpPr txBox="1">
            <a:spLocks/>
          </p:cNvSpPr>
          <p:nvPr/>
        </p:nvSpPr>
        <p:spPr>
          <a:xfrm>
            <a:off x="8725023" y="517715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65" name="Content Placeholder 2">
            <a:extLst>
              <a:ext uri="{FF2B5EF4-FFF2-40B4-BE49-F238E27FC236}">
                <a16:creationId xmlns:a16="http://schemas.microsoft.com/office/drawing/2014/main" id="{BD00326D-6A20-1A93-6950-68C76DCB637D}"/>
              </a:ext>
            </a:extLst>
          </p:cNvPr>
          <p:cNvSpPr txBox="1">
            <a:spLocks/>
          </p:cNvSpPr>
          <p:nvPr/>
        </p:nvSpPr>
        <p:spPr>
          <a:xfrm>
            <a:off x="10489222" y="519040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69" name="Content Placeholder 2">
            <a:extLst>
              <a:ext uri="{FF2B5EF4-FFF2-40B4-BE49-F238E27FC236}">
                <a16:creationId xmlns:a16="http://schemas.microsoft.com/office/drawing/2014/main" id="{AFAA22BE-1B6E-D980-88F4-08067F4A50CB}"/>
              </a:ext>
            </a:extLst>
          </p:cNvPr>
          <p:cNvSpPr txBox="1">
            <a:spLocks/>
          </p:cNvSpPr>
          <p:nvPr/>
        </p:nvSpPr>
        <p:spPr>
          <a:xfrm>
            <a:off x="2613610" y="603741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1" name="Content Placeholder 2">
            <a:extLst>
              <a:ext uri="{FF2B5EF4-FFF2-40B4-BE49-F238E27FC236}">
                <a16:creationId xmlns:a16="http://schemas.microsoft.com/office/drawing/2014/main" id="{845359D8-2FBA-BBC1-B647-1B48BC7D8356}"/>
              </a:ext>
            </a:extLst>
          </p:cNvPr>
          <p:cNvSpPr txBox="1">
            <a:spLocks/>
          </p:cNvSpPr>
          <p:nvPr/>
        </p:nvSpPr>
        <p:spPr>
          <a:xfrm>
            <a:off x="4060262" y="604073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73" name="Content Placeholder 2">
            <a:extLst>
              <a:ext uri="{FF2B5EF4-FFF2-40B4-BE49-F238E27FC236}">
                <a16:creationId xmlns:a16="http://schemas.microsoft.com/office/drawing/2014/main" id="{3F25DC8A-5BA9-572E-D4C9-B1CE2B1925BC}"/>
              </a:ext>
            </a:extLst>
          </p:cNvPr>
          <p:cNvSpPr txBox="1">
            <a:spLocks/>
          </p:cNvSpPr>
          <p:nvPr/>
        </p:nvSpPr>
        <p:spPr>
          <a:xfrm>
            <a:off x="5391596" y="605398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75" name="Content Placeholder 2">
            <a:extLst>
              <a:ext uri="{FF2B5EF4-FFF2-40B4-BE49-F238E27FC236}">
                <a16:creationId xmlns:a16="http://schemas.microsoft.com/office/drawing/2014/main" id="{3192DC95-F8A5-3063-F63F-C596AF7530A0}"/>
              </a:ext>
            </a:extLst>
          </p:cNvPr>
          <p:cNvSpPr txBox="1">
            <a:spLocks/>
          </p:cNvSpPr>
          <p:nvPr/>
        </p:nvSpPr>
        <p:spPr>
          <a:xfrm>
            <a:off x="7278371" y="605067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77" name="Content Placeholder 2">
            <a:extLst>
              <a:ext uri="{FF2B5EF4-FFF2-40B4-BE49-F238E27FC236}">
                <a16:creationId xmlns:a16="http://schemas.microsoft.com/office/drawing/2014/main" id="{CF53FAAC-ABB1-B035-BBA6-D0BC94D7CEC0}"/>
              </a:ext>
            </a:extLst>
          </p:cNvPr>
          <p:cNvSpPr txBox="1">
            <a:spLocks/>
          </p:cNvSpPr>
          <p:nvPr/>
        </p:nvSpPr>
        <p:spPr>
          <a:xfrm>
            <a:off x="8725023" y="605398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81" name="Content Placeholder 2">
            <a:extLst>
              <a:ext uri="{FF2B5EF4-FFF2-40B4-BE49-F238E27FC236}">
                <a16:creationId xmlns:a16="http://schemas.microsoft.com/office/drawing/2014/main" id="{54989FBE-B2EE-2288-99F3-8E751CFCFEE2}"/>
              </a:ext>
            </a:extLst>
          </p:cNvPr>
          <p:cNvSpPr txBox="1">
            <a:spLocks/>
          </p:cNvSpPr>
          <p:nvPr/>
        </p:nvSpPr>
        <p:spPr>
          <a:xfrm>
            <a:off x="10489222" y="606723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pic>
        <p:nvPicPr>
          <p:cNvPr id="83" name="Graphic 82" descr="Close">
            <a:extLst>
              <a:ext uri="{FF2B5EF4-FFF2-40B4-BE49-F238E27FC236}">
                <a16:creationId xmlns:a16="http://schemas.microsoft.com/office/drawing/2014/main" id="{E2EC2B5C-33ED-D16C-5827-376C50493B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3480878"/>
            <a:ext cx="660356" cy="660356"/>
          </a:xfrm>
          <a:prstGeom prst="rect">
            <a:avLst/>
          </a:prstGeom>
        </p:spPr>
      </p:pic>
      <p:pic>
        <p:nvPicPr>
          <p:cNvPr id="85" name="Graphic 84" descr="Close">
            <a:extLst>
              <a:ext uri="{FF2B5EF4-FFF2-40B4-BE49-F238E27FC236}">
                <a16:creationId xmlns:a16="http://schemas.microsoft.com/office/drawing/2014/main" id="{AEFD7246-48EA-B136-516E-54D238471B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13300" y="4315767"/>
            <a:ext cx="660356" cy="660356"/>
          </a:xfrm>
          <a:prstGeom prst="rect">
            <a:avLst/>
          </a:prstGeom>
        </p:spPr>
      </p:pic>
      <p:pic>
        <p:nvPicPr>
          <p:cNvPr id="87" name="Graphic 86" descr="Close">
            <a:extLst>
              <a:ext uri="{FF2B5EF4-FFF2-40B4-BE49-F238E27FC236}">
                <a16:creationId xmlns:a16="http://schemas.microsoft.com/office/drawing/2014/main" id="{691CC8E3-A690-8DEC-6B40-40B95B85C5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38800" y="5191467"/>
            <a:ext cx="660356" cy="660356"/>
          </a:xfrm>
          <a:prstGeom prst="rect">
            <a:avLst/>
          </a:prstGeom>
        </p:spPr>
      </p:pic>
      <p:pic>
        <p:nvPicPr>
          <p:cNvPr id="89" name="Graphic 88" descr="Close">
            <a:extLst>
              <a:ext uri="{FF2B5EF4-FFF2-40B4-BE49-F238E27FC236}">
                <a16:creationId xmlns:a16="http://schemas.microsoft.com/office/drawing/2014/main" id="{2EB9971E-F40A-706B-5724-CF07B93572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6067238"/>
            <a:ext cx="660356" cy="660356"/>
          </a:xfrm>
          <a:prstGeom prst="rect">
            <a:avLst/>
          </a:prstGeom>
        </p:spPr>
      </p:pic>
      <p:pic>
        <p:nvPicPr>
          <p:cNvPr id="91" name="Graphic 90" descr="Close">
            <a:extLst>
              <a:ext uri="{FF2B5EF4-FFF2-40B4-BE49-F238E27FC236}">
                <a16:creationId xmlns:a16="http://schemas.microsoft.com/office/drawing/2014/main" id="{5ED9D192-E558-97CF-0764-E280C95EDA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75653" y="6075064"/>
            <a:ext cx="660356" cy="660356"/>
          </a:xfrm>
          <a:prstGeom prst="rect">
            <a:avLst/>
          </a:prstGeom>
        </p:spPr>
      </p:pic>
      <p:pic>
        <p:nvPicPr>
          <p:cNvPr id="93" name="Graphic 92" descr="Close">
            <a:extLst>
              <a:ext uri="{FF2B5EF4-FFF2-40B4-BE49-F238E27FC236}">
                <a16:creationId xmlns:a16="http://schemas.microsoft.com/office/drawing/2014/main" id="{2F1BA4C9-F761-8D6A-668D-06AF5BC21B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38800" y="6088382"/>
            <a:ext cx="660356" cy="660356"/>
          </a:xfrm>
          <a:prstGeom prst="rect">
            <a:avLst/>
          </a:prstGeom>
        </p:spPr>
      </p:pic>
      <p:pic>
        <p:nvPicPr>
          <p:cNvPr id="95" name="Graphic 94" descr="Add">
            <a:extLst>
              <a:ext uri="{FF2B5EF4-FFF2-40B4-BE49-F238E27FC236}">
                <a16:creationId xmlns:a16="http://schemas.microsoft.com/office/drawing/2014/main" id="{3092F041-E567-738B-E89B-3A6E56F46C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5425" y="2632741"/>
            <a:ext cx="533400" cy="533400"/>
          </a:xfrm>
          <a:prstGeom prst="rect">
            <a:avLst/>
          </a:prstGeom>
        </p:spPr>
      </p:pic>
      <p:pic>
        <p:nvPicPr>
          <p:cNvPr id="97" name="Graphic 96" descr="Right pointing backhand index">
            <a:extLst>
              <a:ext uri="{FF2B5EF4-FFF2-40B4-BE49-F238E27FC236}">
                <a16:creationId xmlns:a16="http://schemas.microsoft.com/office/drawing/2014/main" id="{735CE066-9806-471A-AEC5-C1685B1681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8988" y="2641622"/>
            <a:ext cx="660356" cy="660356"/>
          </a:xfrm>
          <a:prstGeom prst="rect">
            <a:avLst/>
          </a:prstGeom>
        </p:spPr>
      </p:pic>
      <p:pic>
        <p:nvPicPr>
          <p:cNvPr id="99" name="Graphic 98" descr="Right pointing backhand index">
            <a:extLst>
              <a:ext uri="{FF2B5EF4-FFF2-40B4-BE49-F238E27FC236}">
                <a16:creationId xmlns:a16="http://schemas.microsoft.com/office/drawing/2014/main" id="{810F526E-D927-CCFF-AA9D-E10E3E6446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7601" y="3450001"/>
            <a:ext cx="660356" cy="660356"/>
          </a:xfrm>
          <a:prstGeom prst="rect">
            <a:avLst/>
          </a:prstGeom>
        </p:spPr>
      </p:pic>
      <p:pic>
        <p:nvPicPr>
          <p:cNvPr id="101" name="Graphic 100" descr="Right pointing backhand index">
            <a:extLst>
              <a:ext uri="{FF2B5EF4-FFF2-40B4-BE49-F238E27FC236}">
                <a16:creationId xmlns:a16="http://schemas.microsoft.com/office/drawing/2014/main" id="{FA194C3C-34B6-9793-3237-A1EC447D7E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4294822"/>
            <a:ext cx="660356" cy="660356"/>
          </a:xfrm>
          <a:prstGeom prst="rect">
            <a:avLst/>
          </a:prstGeom>
        </p:spPr>
      </p:pic>
      <p:pic>
        <p:nvPicPr>
          <p:cNvPr id="103" name="Graphic 102" descr="Right pointing backhand index">
            <a:extLst>
              <a:ext uri="{FF2B5EF4-FFF2-40B4-BE49-F238E27FC236}">
                <a16:creationId xmlns:a16="http://schemas.microsoft.com/office/drawing/2014/main" id="{68779981-83C6-D2AA-6566-B36DD36E43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5190408"/>
            <a:ext cx="660356" cy="660356"/>
          </a:xfrm>
          <a:prstGeom prst="rect">
            <a:avLst/>
          </a:prstGeom>
        </p:spPr>
      </p:pic>
      <p:pic>
        <p:nvPicPr>
          <p:cNvPr id="105" name="Graphic 104" descr="Right pointing backhand index">
            <a:extLst>
              <a:ext uri="{FF2B5EF4-FFF2-40B4-BE49-F238E27FC236}">
                <a16:creationId xmlns:a16="http://schemas.microsoft.com/office/drawing/2014/main" id="{BF7E86E4-6DFA-8B72-3FA1-88E6B21004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6053985"/>
            <a:ext cx="660356" cy="660356"/>
          </a:xfrm>
          <a:prstGeom prst="rect">
            <a:avLst/>
          </a:prstGeom>
        </p:spPr>
      </p:pic>
      <p:pic>
        <p:nvPicPr>
          <p:cNvPr id="107" name="Graphic 106" descr="Add">
            <a:extLst>
              <a:ext uri="{FF2B5EF4-FFF2-40B4-BE49-F238E27FC236}">
                <a16:creationId xmlns:a16="http://schemas.microsoft.com/office/drawing/2014/main" id="{5D79A21D-86E3-A3A0-010B-296F665744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1839" y="3530046"/>
            <a:ext cx="533400" cy="533400"/>
          </a:xfrm>
          <a:prstGeom prst="rect">
            <a:avLst/>
          </a:prstGeom>
        </p:spPr>
      </p:pic>
      <p:pic>
        <p:nvPicPr>
          <p:cNvPr id="109" name="Graphic 108" descr="Add">
            <a:extLst>
              <a:ext uri="{FF2B5EF4-FFF2-40B4-BE49-F238E27FC236}">
                <a16:creationId xmlns:a16="http://schemas.microsoft.com/office/drawing/2014/main" id="{F2D0F122-3755-FC25-11BE-78874599DE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7650" y="4381244"/>
            <a:ext cx="533400" cy="533400"/>
          </a:xfrm>
          <a:prstGeom prst="rect">
            <a:avLst/>
          </a:prstGeom>
        </p:spPr>
      </p:pic>
      <p:pic>
        <p:nvPicPr>
          <p:cNvPr id="111" name="Graphic 110" descr="Add">
            <a:extLst>
              <a:ext uri="{FF2B5EF4-FFF2-40B4-BE49-F238E27FC236}">
                <a16:creationId xmlns:a16="http://schemas.microsoft.com/office/drawing/2014/main" id="{33AAD460-19FA-27DB-6808-9493A25EC3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9190" y="5253886"/>
            <a:ext cx="533400" cy="533400"/>
          </a:xfrm>
          <a:prstGeom prst="rect">
            <a:avLst/>
          </a:prstGeom>
        </p:spPr>
      </p:pic>
      <p:pic>
        <p:nvPicPr>
          <p:cNvPr id="113" name="Graphic 112" descr="Add">
            <a:extLst>
              <a:ext uri="{FF2B5EF4-FFF2-40B4-BE49-F238E27FC236}">
                <a16:creationId xmlns:a16="http://schemas.microsoft.com/office/drawing/2014/main" id="{E2369BEF-AC59-30F0-3462-96AEDB9C93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8940" y="6130716"/>
            <a:ext cx="533400" cy="533400"/>
          </a:xfrm>
          <a:prstGeom prst="rect">
            <a:avLst/>
          </a:prstGeom>
        </p:spPr>
      </p:pic>
      <p:sp>
        <p:nvSpPr>
          <p:cNvPr id="115" name="Content Placeholder 2">
            <a:extLst>
              <a:ext uri="{FF2B5EF4-FFF2-40B4-BE49-F238E27FC236}">
                <a16:creationId xmlns:a16="http://schemas.microsoft.com/office/drawing/2014/main" id="{FA0E82EC-0698-BEBB-9A57-CAA3B72F7A15}"/>
              </a:ext>
            </a:extLst>
          </p:cNvPr>
          <p:cNvSpPr txBox="1">
            <a:spLocks/>
          </p:cNvSpPr>
          <p:nvPr/>
        </p:nvSpPr>
        <p:spPr>
          <a:xfrm>
            <a:off x="3336495" y="1971321"/>
            <a:ext cx="2610542"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THEORY CREDITS</a:t>
            </a:r>
          </a:p>
        </p:txBody>
      </p:sp>
      <p:sp>
        <p:nvSpPr>
          <p:cNvPr id="117" name="Content Placeholder 2">
            <a:extLst>
              <a:ext uri="{FF2B5EF4-FFF2-40B4-BE49-F238E27FC236}">
                <a16:creationId xmlns:a16="http://schemas.microsoft.com/office/drawing/2014/main" id="{BB9F2222-B9AA-CE29-A0D4-068F0F6D0179}"/>
              </a:ext>
            </a:extLst>
          </p:cNvPr>
          <p:cNvSpPr txBox="1">
            <a:spLocks/>
          </p:cNvSpPr>
          <p:nvPr/>
        </p:nvSpPr>
        <p:spPr>
          <a:xfrm>
            <a:off x="7278371" y="2005573"/>
            <a:ext cx="2487966"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TUTORIAL CREDITS</a:t>
            </a:r>
          </a:p>
        </p:txBody>
      </p:sp>
      <p:sp>
        <p:nvSpPr>
          <p:cNvPr id="119" name="Content Placeholder 2">
            <a:extLst>
              <a:ext uri="{FF2B5EF4-FFF2-40B4-BE49-F238E27FC236}">
                <a16:creationId xmlns:a16="http://schemas.microsoft.com/office/drawing/2014/main" id="{1D682DA5-7DA1-1E57-1DA0-C11A00EBF0FA}"/>
              </a:ext>
            </a:extLst>
          </p:cNvPr>
          <p:cNvSpPr txBox="1">
            <a:spLocks/>
          </p:cNvSpPr>
          <p:nvPr/>
        </p:nvSpPr>
        <p:spPr>
          <a:xfrm>
            <a:off x="10457956" y="2009663"/>
            <a:ext cx="1523027"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CREDITS</a:t>
            </a:r>
          </a:p>
        </p:txBody>
      </p:sp>
      <p:pic>
        <p:nvPicPr>
          <p:cNvPr id="122" name="Graphic 121" descr="Circle with right arrow">
            <a:extLst>
              <a:ext uri="{FF2B5EF4-FFF2-40B4-BE49-F238E27FC236}">
                <a16:creationId xmlns:a16="http://schemas.microsoft.com/office/drawing/2014/main" id="{5EA2A493-76A3-CEDA-A8D4-BAEB088D68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137" y="2569009"/>
            <a:ext cx="660356" cy="660356"/>
          </a:xfrm>
          <a:prstGeom prst="rect">
            <a:avLst/>
          </a:prstGeom>
        </p:spPr>
      </p:pic>
      <p:pic>
        <p:nvPicPr>
          <p:cNvPr id="124" name="Graphic 123" descr="Circle with right arrow">
            <a:extLst>
              <a:ext uri="{FF2B5EF4-FFF2-40B4-BE49-F238E27FC236}">
                <a16:creationId xmlns:a16="http://schemas.microsoft.com/office/drawing/2014/main" id="{D20AB9DC-273F-EEF2-0A68-7463B8E13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3443999"/>
            <a:ext cx="660356" cy="660356"/>
          </a:xfrm>
          <a:prstGeom prst="rect">
            <a:avLst/>
          </a:prstGeom>
        </p:spPr>
      </p:pic>
      <p:pic>
        <p:nvPicPr>
          <p:cNvPr id="126" name="Graphic 125" descr="Circle with right arrow">
            <a:extLst>
              <a:ext uri="{FF2B5EF4-FFF2-40B4-BE49-F238E27FC236}">
                <a16:creationId xmlns:a16="http://schemas.microsoft.com/office/drawing/2014/main" id="{3074B0E4-DE15-B3BD-D81C-F53DB6F33C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4381244"/>
            <a:ext cx="660356" cy="660356"/>
          </a:xfrm>
          <a:prstGeom prst="rect">
            <a:avLst/>
          </a:prstGeom>
        </p:spPr>
      </p:pic>
      <p:pic>
        <p:nvPicPr>
          <p:cNvPr id="128" name="Graphic 127" descr="Circle with right arrow">
            <a:extLst>
              <a:ext uri="{FF2B5EF4-FFF2-40B4-BE49-F238E27FC236}">
                <a16:creationId xmlns:a16="http://schemas.microsoft.com/office/drawing/2014/main" id="{6540DF71-3631-C132-15F9-40441633BA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07720" y="5253886"/>
            <a:ext cx="660356" cy="660356"/>
          </a:xfrm>
          <a:prstGeom prst="rect">
            <a:avLst/>
          </a:prstGeom>
        </p:spPr>
      </p:pic>
      <p:pic>
        <p:nvPicPr>
          <p:cNvPr id="130" name="Graphic 129" descr="Circle with right arrow">
            <a:extLst>
              <a:ext uri="{FF2B5EF4-FFF2-40B4-BE49-F238E27FC236}">
                <a16:creationId xmlns:a16="http://schemas.microsoft.com/office/drawing/2014/main" id="{36E86A82-7AA9-1A56-8469-9755DDB11D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6050671"/>
            <a:ext cx="660356" cy="660356"/>
          </a:xfrm>
          <a:prstGeom prst="rect">
            <a:avLst/>
          </a:prstGeom>
        </p:spPr>
      </p:pic>
      <p:sp>
        <p:nvSpPr>
          <p:cNvPr id="3" name="Slide Number Placeholder 2">
            <a:extLst>
              <a:ext uri="{FF2B5EF4-FFF2-40B4-BE49-F238E27FC236}">
                <a16:creationId xmlns:a16="http://schemas.microsoft.com/office/drawing/2014/main" id="{2A7C27E0-EC1F-AED6-3B7D-052E6EB31D86}"/>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322180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randombar(horizont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randombar(horizontal)">
                                      <p:cBhvr>
                                        <p:cTn id="45" dur="500"/>
                                        <p:tgtEl>
                                          <p:spTgt spid="83"/>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randombar(horizontal)">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randombar(horizont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99"/>
                                        </p:tgtEl>
                                        <p:attrNameLst>
                                          <p:attrName>style.visibility</p:attrName>
                                        </p:attrNameLst>
                                      </p:cBhvr>
                                      <p:to>
                                        <p:strVal val="visible"/>
                                      </p:to>
                                    </p:set>
                                    <p:animEffect transition="in" filter="randombar(horizontal)">
                                      <p:cBhvr>
                                        <p:cTn id="66" dur="500"/>
                                        <p:tgtEl>
                                          <p:spTgt spid="99"/>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randombar(horizontal)">
                                      <p:cBhvr>
                                        <p:cTn id="69" dur="5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26"/>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randombar(horizontal)">
                                      <p:cBhvr>
                                        <p:cTn id="82" dur="500"/>
                                        <p:tgtEl>
                                          <p:spTgt spid="85"/>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randombar(horizontal)">
                                      <p:cBhvr>
                                        <p:cTn id="87" dur="5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10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randombar(horizontal)">
                                      <p:cBhvr>
                                        <p:cTn id="98" dur="500"/>
                                        <p:tgtEl>
                                          <p:spTgt spid="45"/>
                                        </p:tgtEl>
                                      </p:cBhvr>
                                    </p:animEffect>
                                  </p:childTnLst>
                                </p:cTn>
                              </p:par>
                            </p:childTnLst>
                          </p:cTn>
                        </p:par>
                      </p:childTnLst>
                    </p:cTn>
                  </p:par>
                  <p:par>
                    <p:cTn id="99" fill="hold">
                      <p:stCondLst>
                        <p:cond delay="indefinite"/>
                      </p:stCondLst>
                      <p:childTnLst>
                        <p:par>
                          <p:cTn id="100" fill="hold">
                            <p:stCondLst>
                              <p:cond delay="0"/>
                            </p:stCondLst>
                            <p:childTnLst>
                              <p:par>
                                <p:cTn id="101" presetID="14" presetClass="entr" presetSubtype="10" fill="hold" nodeType="clickEffect">
                                  <p:stCondLst>
                                    <p:cond delay="0"/>
                                  </p:stCondLst>
                                  <p:childTnLst>
                                    <p:set>
                                      <p:cBhvr>
                                        <p:cTn id="102" dur="1" fill="hold">
                                          <p:stCondLst>
                                            <p:cond delay="0"/>
                                          </p:stCondLst>
                                        </p:cTn>
                                        <p:tgtEl>
                                          <p:spTgt spid="101"/>
                                        </p:tgtEl>
                                        <p:attrNameLst>
                                          <p:attrName>style.visibility</p:attrName>
                                        </p:attrNameLst>
                                      </p:cBhvr>
                                      <p:to>
                                        <p:strVal val="visible"/>
                                      </p:to>
                                    </p:set>
                                    <p:animEffect transition="in" filter="randombar(horizontal)">
                                      <p:cBhvr>
                                        <p:cTn id="103" dur="500"/>
                                        <p:tgtEl>
                                          <p:spTgt spid="101"/>
                                        </p:tgtEl>
                                      </p:cBhvr>
                                    </p:animEffect>
                                  </p:childTnLst>
                                </p:cTn>
                              </p:par>
                              <p:par>
                                <p:cTn id="104" presetID="14" presetClass="entr" presetSubtype="1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randombar(horizontal)">
                                      <p:cBhvr>
                                        <p:cTn id="106" dur="500"/>
                                        <p:tgtEl>
                                          <p:spTgt spid="49"/>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1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4" presetClass="entr" presetSubtype="10" fill="hold" nodeType="clickEffect">
                                  <p:stCondLst>
                                    <p:cond delay="0"/>
                                  </p:stCondLst>
                                  <p:childTnLst>
                                    <p:set>
                                      <p:cBhvr>
                                        <p:cTn id="126" dur="1" fill="hold">
                                          <p:stCondLst>
                                            <p:cond delay="0"/>
                                          </p:stCondLst>
                                        </p:cTn>
                                        <p:tgtEl>
                                          <p:spTgt spid="87"/>
                                        </p:tgtEl>
                                        <p:attrNameLst>
                                          <p:attrName>style.visibility</p:attrName>
                                        </p:attrNameLst>
                                      </p:cBhvr>
                                      <p:to>
                                        <p:strVal val="visible"/>
                                      </p:to>
                                    </p:set>
                                    <p:animEffect transition="in" filter="randombar(horizontal)">
                                      <p:cBhvr>
                                        <p:cTn id="127" dur="500"/>
                                        <p:tgtEl>
                                          <p:spTgt spid="87"/>
                                        </p:tgtEl>
                                      </p:cBhvr>
                                    </p:animEffect>
                                  </p:childTnLst>
                                </p:cTn>
                              </p:par>
                            </p:childTnLst>
                          </p:cTn>
                        </p:par>
                      </p:childTnLst>
                    </p:cTn>
                  </p:par>
                  <p:par>
                    <p:cTn id="128" fill="hold">
                      <p:stCondLst>
                        <p:cond delay="indefinite"/>
                      </p:stCondLst>
                      <p:childTnLst>
                        <p:par>
                          <p:cTn id="129" fill="hold">
                            <p:stCondLst>
                              <p:cond delay="0"/>
                            </p:stCondLst>
                            <p:childTnLst>
                              <p:par>
                                <p:cTn id="130" presetID="14" presetClass="entr" presetSubtype="10" fill="hold" grpId="0" nodeType="click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randombar(horizontal)">
                                      <p:cBhvr>
                                        <p:cTn id="132" dur="500"/>
                                        <p:tgtEl>
                                          <p:spTgt spid="61"/>
                                        </p:tgtEl>
                                      </p:cBhvr>
                                    </p:animEffect>
                                  </p:childTnLst>
                                </p:cTn>
                              </p:par>
                            </p:childTnLst>
                          </p:cTn>
                        </p:par>
                      </p:childTnLst>
                    </p:cTn>
                  </p:par>
                  <p:par>
                    <p:cTn id="133" fill="hold">
                      <p:stCondLst>
                        <p:cond delay="indefinite"/>
                      </p:stCondLst>
                      <p:childTnLst>
                        <p:par>
                          <p:cTn id="134" fill="hold">
                            <p:stCondLst>
                              <p:cond delay="0"/>
                            </p:stCondLst>
                            <p:childTnLst>
                              <p:par>
                                <p:cTn id="135" presetID="14" presetClass="entr" presetSubtype="10" fill="hold" nodeType="clickEffect">
                                  <p:stCondLst>
                                    <p:cond delay="0"/>
                                  </p:stCondLst>
                                  <p:childTnLst>
                                    <p:set>
                                      <p:cBhvr>
                                        <p:cTn id="136" dur="1" fill="hold">
                                          <p:stCondLst>
                                            <p:cond delay="0"/>
                                          </p:stCondLst>
                                        </p:cTn>
                                        <p:tgtEl>
                                          <p:spTgt spid="103"/>
                                        </p:tgtEl>
                                        <p:attrNameLst>
                                          <p:attrName>style.visibility</p:attrName>
                                        </p:attrNameLst>
                                      </p:cBhvr>
                                      <p:to>
                                        <p:strVal val="visible"/>
                                      </p:to>
                                    </p:set>
                                    <p:animEffect transition="in" filter="randombar(horizontal)">
                                      <p:cBhvr>
                                        <p:cTn id="137" dur="500"/>
                                        <p:tgtEl>
                                          <p:spTgt spid="103"/>
                                        </p:tgtEl>
                                      </p:cBhvr>
                                    </p:animEffect>
                                  </p:childTnLst>
                                </p:cTn>
                              </p:par>
                              <p:par>
                                <p:cTn id="138" presetID="14" presetClass="entr" presetSubtype="10" fill="hold" grpId="0" nodeType="withEffect">
                                  <p:stCondLst>
                                    <p:cond delay="0"/>
                                  </p:stCondLst>
                                  <p:childTnLst>
                                    <p:set>
                                      <p:cBhvr>
                                        <p:cTn id="139" dur="1" fill="hold">
                                          <p:stCondLst>
                                            <p:cond delay="0"/>
                                          </p:stCondLst>
                                        </p:cTn>
                                        <p:tgtEl>
                                          <p:spTgt spid="65"/>
                                        </p:tgtEl>
                                        <p:attrNameLst>
                                          <p:attrName>style.visibility</p:attrName>
                                        </p:attrNameLst>
                                      </p:cBhvr>
                                      <p:to>
                                        <p:strVal val="visible"/>
                                      </p:to>
                                    </p:set>
                                    <p:animEffect transition="in" filter="randombar(horizontal)">
                                      <p:cBhvr>
                                        <p:cTn id="140" dur="500"/>
                                        <p:tgtEl>
                                          <p:spTgt spid="65"/>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3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4" presetClass="entr" presetSubtype="10" fill="hold" nodeType="clickEffect">
                                  <p:stCondLst>
                                    <p:cond delay="0"/>
                                  </p:stCondLst>
                                  <p:childTnLst>
                                    <p:set>
                                      <p:cBhvr>
                                        <p:cTn id="152" dur="1" fill="hold">
                                          <p:stCondLst>
                                            <p:cond delay="0"/>
                                          </p:stCondLst>
                                        </p:cTn>
                                        <p:tgtEl>
                                          <p:spTgt spid="89"/>
                                        </p:tgtEl>
                                        <p:attrNameLst>
                                          <p:attrName>style.visibility</p:attrName>
                                        </p:attrNameLst>
                                      </p:cBhvr>
                                      <p:to>
                                        <p:strVal val="visible"/>
                                      </p:to>
                                    </p:set>
                                    <p:animEffect transition="in" filter="randombar(horizontal)">
                                      <p:cBhvr>
                                        <p:cTn id="153" dur="500"/>
                                        <p:tgtEl>
                                          <p:spTgt spid="89"/>
                                        </p:tgtEl>
                                      </p:cBhvr>
                                    </p:animEffect>
                                  </p:childTnLst>
                                </p:cTn>
                              </p:par>
                              <p:par>
                                <p:cTn id="154" presetID="14" presetClass="entr" presetSubtype="10" fill="hold" nodeType="withEffect">
                                  <p:stCondLst>
                                    <p:cond delay="0"/>
                                  </p:stCondLst>
                                  <p:childTnLst>
                                    <p:set>
                                      <p:cBhvr>
                                        <p:cTn id="155" dur="1" fill="hold">
                                          <p:stCondLst>
                                            <p:cond delay="0"/>
                                          </p:stCondLst>
                                        </p:cTn>
                                        <p:tgtEl>
                                          <p:spTgt spid="91"/>
                                        </p:tgtEl>
                                        <p:attrNameLst>
                                          <p:attrName>style.visibility</p:attrName>
                                        </p:attrNameLst>
                                      </p:cBhvr>
                                      <p:to>
                                        <p:strVal val="visible"/>
                                      </p:to>
                                    </p:set>
                                    <p:animEffect transition="in" filter="randombar(horizontal)">
                                      <p:cBhvr>
                                        <p:cTn id="156" dur="500"/>
                                        <p:tgtEl>
                                          <p:spTgt spid="91"/>
                                        </p:tgtEl>
                                      </p:cBhvr>
                                    </p:animEffec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grpId="0" nodeType="clickEffect">
                                  <p:stCondLst>
                                    <p:cond delay="0"/>
                                  </p:stCondLst>
                                  <p:childTnLst>
                                    <p:set>
                                      <p:cBhvr>
                                        <p:cTn id="160" dur="1" fill="hold">
                                          <p:stCondLst>
                                            <p:cond delay="0"/>
                                          </p:stCondLst>
                                        </p:cTn>
                                        <p:tgtEl>
                                          <p:spTgt spid="73"/>
                                        </p:tgtEl>
                                        <p:attrNameLst>
                                          <p:attrName>style.visibility</p:attrName>
                                        </p:attrNameLst>
                                      </p:cBhvr>
                                      <p:to>
                                        <p:strVal val="visible"/>
                                      </p:to>
                                    </p:set>
                                    <p:animEffect transition="in" filter="randombar(horizontal)">
                                      <p:cBhvr>
                                        <p:cTn id="161" dur="500"/>
                                        <p:tgtEl>
                                          <p:spTgt spid="73"/>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113"/>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75"/>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4" presetClass="entr" presetSubtype="10" fill="hold" nodeType="clickEffect">
                                  <p:stCondLst>
                                    <p:cond delay="0"/>
                                  </p:stCondLst>
                                  <p:childTnLst>
                                    <p:set>
                                      <p:cBhvr>
                                        <p:cTn id="171" dur="1" fill="hold">
                                          <p:stCondLst>
                                            <p:cond delay="0"/>
                                          </p:stCondLst>
                                        </p:cTn>
                                        <p:tgtEl>
                                          <p:spTgt spid="93"/>
                                        </p:tgtEl>
                                        <p:attrNameLst>
                                          <p:attrName>style.visibility</p:attrName>
                                        </p:attrNameLst>
                                      </p:cBhvr>
                                      <p:to>
                                        <p:strVal val="visible"/>
                                      </p:to>
                                    </p:set>
                                    <p:animEffect transition="in" filter="randombar(horizontal)">
                                      <p:cBhvr>
                                        <p:cTn id="172" dur="500"/>
                                        <p:tgtEl>
                                          <p:spTgt spid="93"/>
                                        </p:tgtEl>
                                      </p:cBhvr>
                                    </p:animEffect>
                                  </p:childTnLst>
                                </p:cTn>
                              </p:par>
                            </p:childTnLst>
                          </p:cTn>
                        </p:par>
                      </p:childTnLst>
                    </p:cTn>
                  </p:par>
                  <p:par>
                    <p:cTn id="173" fill="hold">
                      <p:stCondLst>
                        <p:cond delay="indefinite"/>
                      </p:stCondLst>
                      <p:childTnLst>
                        <p:par>
                          <p:cTn id="174" fill="hold">
                            <p:stCondLst>
                              <p:cond delay="0"/>
                            </p:stCondLst>
                            <p:childTnLst>
                              <p:par>
                                <p:cTn id="175" presetID="14" presetClass="entr" presetSubtype="10" fill="hold" grpId="0" nodeType="clickEffect">
                                  <p:stCondLst>
                                    <p:cond delay="0"/>
                                  </p:stCondLst>
                                  <p:childTnLst>
                                    <p:set>
                                      <p:cBhvr>
                                        <p:cTn id="176" dur="1" fill="hold">
                                          <p:stCondLst>
                                            <p:cond delay="0"/>
                                          </p:stCondLst>
                                        </p:cTn>
                                        <p:tgtEl>
                                          <p:spTgt spid="77"/>
                                        </p:tgtEl>
                                        <p:attrNameLst>
                                          <p:attrName>style.visibility</p:attrName>
                                        </p:attrNameLst>
                                      </p:cBhvr>
                                      <p:to>
                                        <p:strVal val="visible"/>
                                      </p:to>
                                    </p:set>
                                    <p:animEffect transition="in" filter="randombar(horizontal)">
                                      <p:cBhvr>
                                        <p:cTn id="177" dur="500"/>
                                        <p:tgtEl>
                                          <p:spTgt spid="77"/>
                                        </p:tgtEl>
                                      </p:cBhvr>
                                    </p:animEffect>
                                  </p:childTnLst>
                                </p:cTn>
                              </p:par>
                            </p:childTnLst>
                          </p:cTn>
                        </p:par>
                      </p:childTnLst>
                    </p:cTn>
                  </p:par>
                  <p:par>
                    <p:cTn id="178" fill="hold">
                      <p:stCondLst>
                        <p:cond delay="indefinite"/>
                      </p:stCondLst>
                      <p:childTnLst>
                        <p:par>
                          <p:cTn id="179" fill="hold">
                            <p:stCondLst>
                              <p:cond delay="0"/>
                            </p:stCondLst>
                            <p:childTnLst>
                              <p:par>
                                <p:cTn id="180" presetID="14" presetClass="entr" presetSubtype="10" fill="hold" nodeType="clickEffect">
                                  <p:stCondLst>
                                    <p:cond delay="0"/>
                                  </p:stCondLst>
                                  <p:childTnLst>
                                    <p:set>
                                      <p:cBhvr>
                                        <p:cTn id="181" dur="1" fill="hold">
                                          <p:stCondLst>
                                            <p:cond delay="0"/>
                                          </p:stCondLst>
                                        </p:cTn>
                                        <p:tgtEl>
                                          <p:spTgt spid="105"/>
                                        </p:tgtEl>
                                        <p:attrNameLst>
                                          <p:attrName>style.visibility</p:attrName>
                                        </p:attrNameLst>
                                      </p:cBhvr>
                                      <p:to>
                                        <p:strVal val="visible"/>
                                      </p:to>
                                    </p:set>
                                    <p:animEffect transition="in" filter="randombar(horizontal)">
                                      <p:cBhvr>
                                        <p:cTn id="182" dur="500"/>
                                        <p:tgtEl>
                                          <p:spTgt spid="105"/>
                                        </p:tgtEl>
                                      </p:cBhvr>
                                    </p:animEffect>
                                  </p:childTnLst>
                                </p:cTn>
                              </p:par>
                              <p:par>
                                <p:cTn id="183" presetID="14" presetClass="entr" presetSubtype="10" fill="hold" grpId="0" nodeType="withEffect">
                                  <p:stCondLst>
                                    <p:cond delay="0"/>
                                  </p:stCondLst>
                                  <p:childTnLst>
                                    <p:set>
                                      <p:cBhvr>
                                        <p:cTn id="184" dur="1" fill="hold">
                                          <p:stCondLst>
                                            <p:cond delay="0"/>
                                          </p:stCondLst>
                                        </p:cTn>
                                        <p:tgtEl>
                                          <p:spTgt spid="81"/>
                                        </p:tgtEl>
                                        <p:attrNameLst>
                                          <p:attrName>style.visibility</p:attrName>
                                        </p:attrNameLst>
                                      </p:cBhvr>
                                      <p:to>
                                        <p:strVal val="visible"/>
                                      </p:to>
                                    </p:set>
                                    <p:animEffect transition="in" filter="randombar(horizontal)">
                                      <p:cBhvr>
                                        <p:cTn id="18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7" grpId="0" animBg="1"/>
      <p:bldP spid="21" grpId="0" animBg="1"/>
      <p:bldP spid="23" grpId="0" animBg="1"/>
      <p:bldP spid="25" grpId="0" animBg="1"/>
      <p:bldP spid="27" grpId="0" animBg="1"/>
      <p:bldP spid="29" grpId="0" animBg="1"/>
      <p:bldP spid="33" grpId="0" animBg="1"/>
      <p:bldP spid="37" grpId="0" animBg="1"/>
      <p:bldP spid="39" grpId="0" animBg="1"/>
      <p:bldP spid="41" grpId="0" animBg="1"/>
      <p:bldP spid="43" grpId="0" animBg="1"/>
      <p:bldP spid="45" grpId="0" animBg="1"/>
      <p:bldP spid="49" grpId="0" animBg="1"/>
      <p:bldP spid="53" grpId="0" animBg="1"/>
      <p:bldP spid="55" grpId="0" animBg="1"/>
      <p:bldP spid="57" grpId="0" animBg="1"/>
      <p:bldP spid="59" grpId="0" animBg="1"/>
      <p:bldP spid="61" grpId="0" animBg="1"/>
      <p:bldP spid="65" grpId="0" animBg="1"/>
      <p:bldP spid="69" grpId="0" animBg="1"/>
      <p:bldP spid="71" grpId="0" animBg="1"/>
      <p:bldP spid="73" grpId="0" animBg="1"/>
      <p:bldP spid="75" grpId="0" animBg="1"/>
      <p:bldP spid="77" grpId="0" animBg="1"/>
      <p:bldP spid="8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B5192-C8DB-95AB-49F4-D1148519A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C3EE3-D925-2788-16A6-C7F9092A4AE5}"/>
              </a:ext>
            </a:extLst>
          </p:cNvPr>
          <p:cNvSpPr>
            <a:spLocks noGrp="1"/>
          </p:cNvSpPr>
          <p:nvPr>
            <p:ph type="title"/>
          </p:nvPr>
        </p:nvSpPr>
        <p:spPr>
          <a:xfrm>
            <a:off x="526774" y="447188"/>
            <a:ext cx="11171583" cy="970450"/>
          </a:xfrm>
        </p:spPr>
        <p:txBody>
          <a:bodyPr>
            <a:noAutofit/>
          </a:bodyPr>
          <a:lstStyle/>
          <a:p>
            <a:pPr algn="ctr"/>
            <a:r>
              <a:rPr lang="en-US" sz="3600" dirty="0">
                <a:effectLst>
                  <a:outerShdw blurRad="38100" dist="38100" dir="2700000" algn="tl">
                    <a:srgbClr val="000000">
                      <a:alpha val="43137"/>
                    </a:srgbClr>
                  </a:outerShdw>
                </a:effectLst>
              </a:rPr>
              <a:t>Credit Assignment: Sample Calculation II</a:t>
            </a:r>
            <a:endParaRPr sz="36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804A973C-88AA-E7C2-3D42-B9C5F6B0B997}"/>
              </a:ext>
            </a:extLst>
          </p:cNvPr>
          <p:cNvSpPr txBox="1">
            <a:spLocks/>
          </p:cNvSpPr>
          <p:nvPr/>
        </p:nvSpPr>
        <p:spPr>
          <a:xfrm>
            <a:off x="181795" y="3359466"/>
            <a:ext cx="1041314" cy="2043555"/>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dirty="0">
                <a:solidFill>
                  <a:srgbClr val="272727"/>
                </a:solidFill>
              </a:rPr>
              <a:t>EM</a:t>
            </a:r>
          </a:p>
          <a:p>
            <a:pPr marL="0" indent="0">
              <a:lnSpc>
                <a:spcPct val="150000"/>
              </a:lnSpc>
              <a:buClr>
                <a:srgbClr val="00153B"/>
              </a:buClr>
              <a:buNone/>
            </a:pPr>
            <a:r>
              <a:rPr lang="en-US" sz="3000" dirty="0">
                <a:solidFill>
                  <a:srgbClr val="272727"/>
                </a:solidFill>
              </a:rPr>
              <a:t>&amp;</a:t>
            </a:r>
          </a:p>
          <a:p>
            <a:pPr marL="0" indent="0">
              <a:lnSpc>
                <a:spcPct val="150000"/>
              </a:lnSpc>
              <a:buClr>
                <a:srgbClr val="00153B"/>
              </a:buClr>
              <a:buNone/>
            </a:pPr>
            <a:r>
              <a:rPr lang="en-US" sz="3000" dirty="0">
                <a:solidFill>
                  <a:srgbClr val="272727"/>
                </a:solidFill>
              </a:rPr>
              <a:t>BEEE</a:t>
            </a:r>
          </a:p>
        </p:txBody>
      </p:sp>
      <p:sp>
        <p:nvSpPr>
          <p:cNvPr id="5" name="Content Placeholder 2">
            <a:extLst>
              <a:ext uri="{FF2B5EF4-FFF2-40B4-BE49-F238E27FC236}">
                <a16:creationId xmlns:a16="http://schemas.microsoft.com/office/drawing/2014/main" id="{576D925B-098B-BF79-A1FA-5B80CC663138}"/>
              </a:ext>
            </a:extLst>
          </p:cNvPr>
          <p:cNvSpPr txBox="1">
            <a:spLocks/>
          </p:cNvSpPr>
          <p:nvPr/>
        </p:nvSpPr>
        <p:spPr>
          <a:xfrm>
            <a:off x="2613610" y="2559919"/>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 name="Content Placeholder 2">
            <a:extLst>
              <a:ext uri="{FF2B5EF4-FFF2-40B4-BE49-F238E27FC236}">
                <a16:creationId xmlns:a16="http://schemas.microsoft.com/office/drawing/2014/main" id="{79E8A776-2971-FDBF-F97A-24F929D8790F}"/>
              </a:ext>
            </a:extLst>
          </p:cNvPr>
          <p:cNvSpPr txBox="1">
            <a:spLocks/>
          </p:cNvSpPr>
          <p:nvPr/>
        </p:nvSpPr>
        <p:spPr>
          <a:xfrm>
            <a:off x="3861482" y="2563233"/>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9" name="Content Placeholder 2">
            <a:extLst>
              <a:ext uri="{FF2B5EF4-FFF2-40B4-BE49-F238E27FC236}">
                <a16:creationId xmlns:a16="http://schemas.microsoft.com/office/drawing/2014/main" id="{2F13EC59-0397-2D14-B944-B88DC0FCD520}"/>
              </a:ext>
            </a:extLst>
          </p:cNvPr>
          <p:cNvSpPr txBox="1">
            <a:spLocks/>
          </p:cNvSpPr>
          <p:nvPr/>
        </p:nvSpPr>
        <p:spPr>
          <a:xfrm>
            <a:off x="4954275" y="2576486"/>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11" name="Content Placeholder 2">
            <a:extLst>
              <a:ext uri="{FF2B5EF4-FFF2-40B4-BE49-F238E27FC236}">
                <a16:creationId xmlns:a16="http://schemas.microsoft.com/office/drawing/2014/main" id="{71324AA9-754C-1B0B-9670-469193AF5311}"/>
              </a:ext>
            </a:extLst>
          </p:cNvPr>
          <p:cNvSpPr txBox="1">
            <a:spLocks/>
          </p:cNvSpPr>
          <p:nvPr/>
        </p:nvSpPr>
        <p:spPr>
          <a:xfrm>
            <a:off x="6751601" y="2573172"/>
            <a:ext cx="723767"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13" name="Content Placeholder 2">
            <a:extLst>
              <a:ext uri="{FF2B5EF4-FFF2-40B4-BE49-F238E27FC236}">
                <a16:creationId xmlns:a16="http://schemas.microsoft.com/office/drawing/2014/main" id="{8D5D8629-30EB-0BE7-428E-7635FBB0306C}"/>
              </a:ext>
            </a:extLst>
          </p:cNvPr>
          <p:cNvSpPr txBox="1">
            <a:spLocks/>
          </p:cNvSpPr>
          <p:nvPr/>
        </p:nvSpPr>
        <p:spPr>
          <a:xfrm>
            <a:off x="8725023" y="2576486"/>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17" name="Content Placeholder 2">
            <a:extLst>
              <a:ext uri="{FF2B5EF4-FFF2-40B4-BE49-F238E27FC236}">
                <a16:creationId xmlns:a16="http://schemas.microsoft.com/office/drawing/2014/main" id="{D0A5EED4-03CF-9414-98DE-B7C552936119}"/>
              </a:ext>
            </a:extLst>
          </p:cNvPr>
          <p:cNvSpPr txBox="1">
            <a:spLocks/>
          </p:cNvSpPr>
          <p:nvPr/>
        </p:nvSpPr>
        <p:spPr>
          <a:xfrm>
            <a:off x="10489222" y="2589739"/>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3 Credits</a:t>
            </a:r>
          </a:p>
        </p:txBody>
      </p:sp>
      <p:sp>
        <p:nvSpPr>
          <p:cNvPr id="21" name="Content Placeholder 2">
            <a:extLst>
              <a:ext uri="{FF2B5EF4-FFF2-40B4-BE49-F238E27FC236}">
                <a16:creationId xmlns:a16="http://schemas.microsoft.com/office/drawing/2014/main" id="{40D7959B-FF90-5778-8530-BB6D24A46666}"/>
              </a:ext>
            </a:extLst>
          </p:cNvPr>
          <p:cNvSpPr txBox="1">
            <a:spLocks/>
          </p:cNvSpPr>
          <p:nvPr/>
        </p:nvSpPr>
        <p:spPr>
          <a:xfrm>
            <a:off x="2613610" y="343674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23" name="Content Placeholder 2">
            <a:extLst>
              <a:ext uri="{FF2B5EF4-FFF2-40B4-BE49-F238E27FC236}">
                <a16:creationId xmlns:a16="http://schemas.microsoft.com/office/drawing/2014/main" id="{4EA0E9F6-8960-90E6-451F-1CB41924FCD1}"/>
              </a:ext>
            </a:extLst>
          </p:cNvPr>
          <p:cNvSpPr txBox="1">
            <a:spLocks/>
          </p:cNvSpPr>
          <p:nvPr/>
        </p:nvSpPr>
        <p:spPr>
          <a:xfrm>
            <a:off x="3861482" y="3440062"/>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25" name="Content Placeholder 2">
            <a:extLst>
              <a:ext uri="{FF2B5EF4-FFF2-40B4-BE49-F238E27FC236}">
                <a16:creationId xmlns:a16="http://schemas.microsoft.com/office/drawing/2014/main" id="{43F9EDE5-5B3C-DAD9-917E-857866E1ED14}"/>
              </a:ext>
            </a:extLst>
          </p:cNvPr>
          <p:cNvSpPr txBox="1">
            <a:spLocks/>
          </p:cNvSpPr>
          <p:nvPr/>
        </p:nvSpPr>
        <p:spPr>
          <a:xfrm>
            <a:off x="4954275" y="345331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27" name="Content Placeholder 2">
            <a:extLst>
              <a:ext uri="{FF2B5EF4-FFF2-40B4-BE49-F238E27FC236}">
                <a16:creationId xmlns:a16="http://schemas.microsoft.com/office/drawing/2014/main" id="{4FB847BA-84D4-7F70-84C5-AE9373EB0DA6}"/>
              </a:ext>
            </a:extLst>
          </p:cNvPr>
          <p:cNvSpPr txBox="1">
            <a:spLocks/>
          </p:cNvSpPr>
          <p:nvPr/>
        </p:nvSpPr>
        <p:spPr>
          <a:xfrm>
            <a:off x="6751601" y="345000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29" name="Content Placeholder 2">
            <a:extLst>
              <a:ext uri="{FF2B5EF4-FFF2-40B4-BE49-F238E27FC236}">
                <a16:creationId xmlns:a16="http://schemas.microsoft.com/office/drawing/2014/main" id="{C2D43C93-2304-3B0B-C146-87134572E8FB}"/>
              </a:ext>
            </a:extLst>
          </p:cNvPr>
          <p:cNvSpPr txBox="1">
            <a:spLocks/>
          </p:cNvSpPr>
          <p:nvPr/>
        </p:nvSpPr>
        <p:spPr>
          <a:xfrm>
            <a:off x="8725023" y="345331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3" name="Content Placeholder 2">
            <a:extLst>
              <a:ext uri="{FF2B5EF4-FFF2-40B4-BE49-F238E27FC236}">
                <a16:creationId xmlns:a16="http://schemas.microsoft.com/office/drawing/2014/main" id="{4B12D9BF-8A37-15B4-D1EF-1DF5DC36685E}"/>
              </a:ext>
            </a:extLst>
          </p:cNvPr>
          <p:cNvSpPr txBox="1">
            <a:spLocks/>
          </p:cNvSpPr>
          <p:nvPr/>
        </p:nvSpPr>
        <p:spPr>
          <a:xfrm>
            <a:off x="10489222" y="346656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7" name="Content Placeholder 2">
            <a:extLst>
              <a:ext uri="{FF2B5EF4-FFF2-40B4-BE49-F238E27FC236}">
                <a16:creationId xmlns:a16="http://schemas.microsoft.com/office/drawing/2014/main" id="{DD382CF9-139F-5455-05F0-30E2DD4A82F4}"/>
              </a:ext>
            </a:extLst>
          </p:cNvPr>
          <p:cNvSpPr txBox="1">
            <a:spLocks/>
          </p:cNvSpPr>
          <p:nvPr/>
        </p:nvSpPr>
        <p:spPr>
          <a:xfrm>
            <a:off x="2613610" y="428375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39" name="Content Placeholder 2">
            <a:extLst>
              <a:ext uri="{FF2B5EF4-FFF2-40B4-BE49-F238E27FC236}">
                <a16:creationId xmlns:a16="http://schemas.microsoft.com/office/drawing/2014/main" id="{E6B3210D-6796-6CE1-2597-265CF9EAAC43}"/>
              </a:ext>
            </a:extLst>
          </p:cNvPr>
          <p:cNvSpPr txBox="1">
            <a:spLocks/>
          </p:cNvSpPr>
          <p:nvPr/>
        </p:nvSpPr>
        <p:spPr>
          <a:xfrm>
            <a:off x="3861482" y="4287072"/>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41" name="Content Placeholder 2">
            <a:extLst>
              <a:ext uri="{FF2B5EF4-FFF2-40B4-BE49-F238E27FC236}">
                <a16:creationId xmlns:a16="http://schemas.microsoft.com/office/drawing/2014/main" id="{CE323169-0EC8-CD8C-CE1E-D1FE03717B23}"/>
              </a:ext>
            </a:extLst>
          </p:cNvPr>
          <p:cNvSpPr txBox="1">
            <a:spLocks/>
          </p:cNvSpPr>
          <p:nvPr/>
        </p:nvSpPr>
        <p:spPr>
          <a:xfrm>
            <a:off x="4954275" y="430032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43" name="Content Placeholder 2">
            <a:extLst>
              <a:ext uri="{FF2B5EF4-FFF2-40B4-BE49-F238E27FC236}">
                <a16:creationId xmlns:a16="http://schemas.microsoft.com/office/drawing/2014/main" id="{0DC5482F-155A-9940-1E85-BD574EBF4A3F}"/>
              </a:ext>
            </a:extLst>
          </p:cNvPr>
          <p:cNvSpPr txBox="1">
            <a:spLocks/>
          </p:cNvSpPr>
          <p:nvPr/>
        </p:nvSpPr>
        <p:spPr>
          <a:xfrm>
            <a:off x="6751601" y="429701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45" name="Content Placeholder 2">
            <a:extLst>
              <a:ext uri="{FF2B5EF4-FFF2-40B4-BE49-F238E27FC236}">
                <a16:creationId xmlns:a16="http://schemas.microsoft.com/office/drawing/2014/main" id="{773ECA8B-473C-284B-2F6F-FFC794977E80}"/>
              </a:ext>
            </a:extLst>
          </p:cNvPr>
          <p:cNvSpPr txBox="1">
            <a:spLocks/>
          </p:cNvSpPr>
          <p:nvPr/>
        </p:nvSpPr>
        <p:spPr>
          <a:xfrm>
            <a:off x="8725023" y="430032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49" name="Content Placeholder 2">
            <a:extLst>
              <a:ext uri="{FF2B5EF4-FFF2-40B4-BE49-F238E27FC236}">
                <a16:creationId xmlns:a16="http://schemas.microsoft.com/office/drawing/2014/main" id="{B8D341C0-BB2D-A88A-E0BA-D4322E0BA44B}"/>
              </a:ext>
            </a:extLst>
          </p:cNvPr>
          <p:cNvSpPr txBox="1">
            <a:spLocks/>
          </p:cNvSpPr>
          <p:nvPr/>
        </p:nvSpPr>
        <p:spPr>
          <a:xfrm>
            <a:off x="10489222" y="431357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53" name="Content Placeholder 2">
            <a:extLst>
              <a:ext uri="{FF2B5EF4-FFF2-40B4-BE49-F238E27FC236}">
                <a16:creationId xmlns:a16="http://schemas.microsoft.com/office/drawing/2014/main" id="{F3A89AD1-7AF0-92AC-2F87-7E87ECAFCFEF}"/>
              </a:ext>
            </a:extLst>
          </p:cNvPr>
          <p:cNvSpPr txBox="1">
            <a:spLocks/>
          </p:cNvSpPr>
          <p:nvPr/>
        </p:nvSpPr>
        <p:spPr>
          <a:xfrm>
            <a:off x="2613610" y="516058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55" name="Content Placeholder 2">
            <a:extLst>
              <a:ext uri="{FF2B5EF4-FFF2-40B4-BE49-F238E27FC236}">
                <a16:creationId xmlns:a16="http://schemas.microsoft.com/office/drawing/2014/main" id="{67D7A354-358F-57D0-1E74-D3EF42DC40BA}"/>
              </a:ext>
            </a:extLst>
          </p:cNvPr>
          <p:cNvSpPr txBox="1">
            <a:spLocks/>
          </p:cNvSpPr>
          <p:nvPr/>
        </p:nvSpPr>
        <p:spPr>
          <a:xfrm>
            <a:off x="3861482" y="5163902"/>
            <a:ext cx="82804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57" name="Content Placeholder 2">
            <a:extLst>
              <a:ext uri="{FF2B5EF4-FFF2-40B4-BE49-F238E27FC236}">
                <a16:creationId xmlns:a16="http://schemas.microsoft.com/office/drawing/2014/main" id="{840F3451-33A7-A2E4-F575-0A0E3753BFD0}"/>
              </a:ext>
            </a:extLst>
          </p:cNvPr>
          <p:cNvSpPr txBox="1">
            <a:spLocks/>
          </p:cNvSpPr>
          <p:nvPr/>
        </p:nvSpPr>
        <p:spPr>
          <a:xfrm>
            <a:off x="4954275" y="517715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59" name="Content Placeholder 2">
            <a:extLst>
              <a:ext uri="{FF2B5EF4-FFF2-40B4-BE49-F238E27FC236}">
                <a16:creationId xmlns:a16="http://schemas.microsoft.com/office/drawing/2014/main" id="{C6F5BC50-05CE-5C6E-B9EB-4BB621F839D3}"/>
              </a:ext>
            </a:extLst>
          </p:cNvPr>
          <p:cNvSpPr txBox="1">
            <a:spLocks/>
          </p:cNvSpPr>
          <p:nvPr/>
        </p:nvSpPr>
        <p:spPr>
          <a:xfrm>
            <a:off x="6751601" y="517384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61" name="Content Placeholder 2">
            <a:extLst>
              <a:ext uri="{FF2B5EF4-FFF2-40B4-BE49-F238E27FC236}">
                <a16:creationId xmlns:a16="http://schemas.microsoft.com/office/drawing/2014/main" id="{9D1CF203-1DD5-DC81-9F4A-8A4FDEA77A7B}"/>
              </a:ext>
            </a:extLst>
          </p:cNvPr>
          <p:cNvSpPr txBox="1">
            <a:spLocks/>
          </p:cNvSpPr>
          <p:nvPr/>
        </p:nvSpPr>
        <p:spPr>
          <a:xfrm>
            <a:off x="8725023" y="517715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65" name="Content Placeholder 2">
            <a:extLst>
              <a:ext uri="{FF2B5EF4-FFF2-40B4-BE49-F238E27FC236}">
                <a16:creationId xmlns:a16="http://schemas.microsoft.com/office/drawing/2014/main" id="{1B437121-8410-0026-2363-514EBA2D730A}"/>
              </a:ext>
            </a:extLst>
          </p:cNvPr>
          <p:cNvSpPr txBox="1">
            <a:spLocks/>
          </p:cNvSpPr>
          <p:nvPr/>
        </p:nvSpPr>
        <p:spPr>
          <a:xfrm>
            <a:off x="10489222" y="519040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69" name="Content Placeholder 2">
            <a:extLst>
              <a:ext uri="{FF2B5EF4-FFF2-40B4-BE49-F238E27FC236}">
                <a16:creationId xmlns:a16="http://schemas.microsoft.com/office/drawing/2014/main" id="{5A0C8019-601A-EB27-CCD3-5F8EA17F652D}"/>
              </a:ext>
            </a:extLst>
          </p:cNvPr>
          <p:cNvSpPr txBox="1">
            <a:spLocks/>
          </p:cNvSpPr>
          <p:nvPr/>
        </p:nvSpPr>
        <p:spPr>
          <a:xfrm>
            <a:off x="2613610" y="603741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1" name="Content Placeholder 2">
            <a:extLst>
              <a:ext uri="{FF2B5EF4-FFF2-40B4-BE49-F238E27FC236}">
                <a16:creationId xmlns:a16="http://schemas.microsoft.com/office/drawing/2014/main" id="{A6FA18A3-F5D0-B855-C090-9CE4F44C95BC}"/>
              </a:ext>
            </a:extLst>
          </p:cNvPr>
          <p:cNvSpPr txBox="1">
            <a:spLocks/>
          </p:cNvSpPr>
          <p:nvPr/>
        </p:nvSpPr>
        <p:spPr>
          <a:xfrm>
            <a:off x="3861482" y="6040732"/>
            <a:ext cx="853368"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73" name="Content Placeholder 2">
            <a:extLst>
              <a:ext uri="{FF2B5EF4-FFF2-40B4-BE49-F238E27FC236}">
                <a16:creationId xmlns:a16="http://schemas.microsoft.com/office/drawing/2014/main" id="{80D257F5-CD45-17CB-2760-5D74F69B8B55}"/>
              </a:ext>
            </a:extLst>
          </p:cNvPr>
          <p:cNvSpPr txBox="1">
            <a:spLocks/>
          </p:cNvSpPr>
          <p:nvPr/>
        </p:nvSpPr>
        <p:spPr>
          <a:xfrm>
            <a:off x="4954275" y="605398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75" name="Content Placeholder 2">
            <a:extLst>
              <a:ext uri="{FF2B5EF4-FFF2-40B4-BE49-F238E27FC236}">
                <a16:creationId xmlns:a16="http://schemas.microsoft.com/office/drawing/2014/main" id="{4F9223C0-DAD3-AC2E-743C-B45FE097FF84}"/>
              </a:ext>
            </a:extLst>
          </p:cNvPr>
          <p:cNvSpPr txBox="1">
            <a:spLocks/>
          </p:cNvSpPr>
          <p:nvPr/>
        </p:nvSpPr>
        <p:spPr>
          <a:xfrm>
            <a:off x="6751601" y="605067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77" name="Content Placeholder 2">
            <a:extLst>
              <a:ext uri="{FF2B5EF4-FFF2-40B4-BE49-F238E27FC236}">
                <a16:creationId xmlns:a16="http://schemas.microsoft.com/office/drawing/2014/main" id="{E5BA3ADC-4C68-597B-33E4-194BF19F9AF1}"/>
              </a:ext>
            </a:extLst>
          </p:cNvPr>
          <p:cNvSpPr txBox="1">
            <a:spLocks/>
          </p:cNvSpPr>
          <p:nvPr/>
        </p:nvSpPr>
        <p:spPr>
          <a:xfrm>
            <a:off x="8725023" y="605398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81" name="Content Placeholder 2">
            <a:extLst>
              <a:ext uri="{FF2B5EF4-FFF2-40B4-BE49-F238E27FC236}">
                <a16:creationId xmlns:a16="http://schemas.microsoft.com/office/drawing/2014/main" id="{27208515-56D8-DFED-4B5D-8362890CA6B9}"/>
              </a:ext>
            </a:extLst>
          </p:cNvPr>
          <p:cNvSpPr txBox="1">
            <a:spLocks/>
          </p:cNvSpPr>
          <p:nvPr/>
        </p:nvSpPr>
        <p:spPr>
          <a:xfrm>
            <a:off x="10489222" y="606723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pic>
        <p:nvPicPr>
          <p:cNvPr id="83" name="Graphic 82" descr="Close">
            <a:extLst>
              <a:ext uri="{FF2B5EF4-FFF2-40B4-BE49-F238E27FC236}">
                <a16:creationId xmlns:a16="http://schemas.microsoft.com/office/drawing/2014/main" id="{DE155AE8-3264-892D-DA13-432A0F97E5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3480878"/>
            <a:ext cx="660356" cy="660356"/>
          </a:xfrm>
          <a:prstGeom prst="rect">
            <a:avLst/>
          </a:prstGeom>
        </p:spPr>
      </p:pic>
      <p:pic>
        <p:nvPicPr>
          <p:cNvPr id="85" name="Graphic 84" descr="Close">
            <a:extLst>
              <a:ext uri="{FF2B5EF4-FFF2-40B4-BE49-F238E27FC236}">
                <a16:creationId xmlns:a16="http://schemas.microsoft.com/office/drawing/2014/main" id="{F3CF5854-448E-A11B-4D3D-2167F42C51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44947" y="4315767"/>
            <a:ext cx="660356" cy="660356"/>
          </a:xfrm>
          <a:prstGeom prst="rect">
            <a:avLst/>
          </a:prstGeom>
        </p:spPr>
      </p:pic>
      <p:pic>
        <p:nvPicPr>
          <p:cNvPr id="87" name="Graphic 86" descr="Close">
            <a:extLst>
              <a:ext uri="{FF2B5EF4-FFF2-40B4-BE49-F238E27FC236}">
                <a16:creationId xmlns:a16="http://schemas.microsoft.com/office/drawing/2014/main" id="{5073EF8D-E2DA-F006-A664-9CB94796D1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2640" y="5191467"/>
            <a:ext cx="660356" cy="660356"/>
          </a:xfrm>
          <a:prstGeom prst="rect">
            <a:avLst/>
          </a:prstGeom>
        </p:spPr>
      </p:pic>
      <p:pic>
        <p:nvPicPr>
          <p:cNvPr id="89" name="Graphic 88" descr="Close">
            <a:extLst>
              <a:ext uri="{FF2B5EF4-FFF2-40B4-BE49-F238E27FC236}">
                <a16:creationId xmlns:a16="http://schemas.microsoft.com/office/drawing/2014/main" id="{F9C61260-1747-31A6-3109-061FA132E7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6067238"/>
            <a:ext cx="660356" cy="660356"/>
          </a:xfrm>
          <a:prstGeom prst="rect">
            <a:avLst/>
          </a:prstGeom>
        </p:spPr>
      </p:pic>
      <p:pic>
        <p:nvPicPr>
          <p:cNvPr id="91" name="Graphic 90" descr="Close">
            <a:extLst>
              <a:ext uri="{FF2B5EF4-FFF2-40B4-BE49-F238E27FC236}">
                <a16:creationId xmlns:a16="http://schemas.microsoft.com/office/drawing/2014/main" id="{47330333-58E2-B71C-802C-3AC665C401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87422" y="6075064"/>
            <a:ext cx="660356" cy="660356"/>
          </a:xfrm>
          <a:prstGeom prst="rect">
            <a:avLst/>
          </a:prstGeom>
        </p:spPr>
      </p:pic>
      <p:pic>
        <p:nvPicPr>
          <p:cNvPr id="95" name="Graphic 94" descr="Add">
            <a:extLst>
              <a:ext uri="{FF2B5EF4-FFF2-40B4-BE49-F238E27FC236}">
                <a16:creationId xmlns:a16="http://schemas.microsoft.com/office/drawing/2014/main" id="{24BAAE4E-C747-8A8B-C726-97CBDAD215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8353" y="2632741"/>
            <a:ext cx="533400" cy="533400"/>
          </a:xfrm>
          <a:prstGeom prst="rect">
            <a:avLst/>
          </a:prstGeom>
        </p:spPr>
      </p:pic>
      <p:pic>
        <p:nvPicPr>
          <p:cNvPr id="97" name="Graphic 96" descr="Right pointing backhand index">
            <a:extLst>
              <a:ext uri="{FF2B5EF4-FFF2-40B4-BE49-F238E27FC236}">
                <a16:creationId xmlns:a16="http://schemas.microsoft.com/office/drawing/2014/main" id="{08168BBB-DF00-9D93-6DDC-DE9737EE66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8988" y="2641622"/>
            <a:ext cx="660356" cy="660356"/>
          </a:xfrm>
          <a:prstGeom prst="rect">
            <a:avLst/>
          </a:prstGeom>
        </p:spPr>
      </p:pic>
      <p:pic>
        <p:nvPicPr>
          <p:cNvPr id="99" name="Graphic 98" descr="Right pointing backhand index">
            <a:extLst>
              <a:ext uri="{FF2B5EF4-FFF2-40B4-BE49-F238E27FC236}">
                <a16:creationId xmlns:a16="http://schemas.microsoft.com/office/drawing/2014/main" id="{17E49CFF-DCD5-9587-6288-0AFF4B4355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7601" y="3450001"/>
            <a:ext cx="660356" cy="660356"/>
          </a:xfrm>
          <a:prstGeom prst="rect">
            <a:avLst/>
          </a:prstGeom>
        </p:spPr>
      </p:pic>
      <p:pic>
        <p:nvPicPr>
          <p:cNvPr id="101" name="Graphic 100" descr="Right pointing backhand index">
            <a:extLst>
              <a:ext uri="{FF2B5EF4-FFF2-40B4-BE49-F238E27FC236}">
                <a16:creationId xmlns:a16="http://schemas.microsoft.com/office/drawing/2014/main" id="{9570C5E3-5723-6CAB-983E-8B97A7B89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4294822"/>
            <a:ext cx="660356" cy="660356"/>
          </a:xfrm>
          <a:prstGeom prst="rect">
            <a:avLst/>
          </a:prstGeom>
        </p:spPr>
      </p:pic>
      <p:pic>
        <p:nvPicPr>
          <p:cNvPr id="103" name="Graphic 102" descr="Right pointing backhand index">
            <a:extLst>
              <a:ext uri="{FF2B5EF4-FFF2-40B4-BE49-F238E27FC236}">
                <a16:creationId xmlns:a16="http://schemas.microsoft.com/office/drawing/2014/main" id="{5D872E5C-C6A0-CCE6-3146-8F75BE766A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5190408"/>
            <a:ext cx="660356" cy="660356"/>
          </a:xfrm>
          <a:prstGeom prst="rect">
            <a:avLst/>
          </a:prstGeom>
        </p:spPr>
      </p:pic>
      <p:pic>
        <p:nvPicPr>
          <p:cNvPr id="105" name="Graphic 104" descr="Right pointing backhand index">
            <a:extLst>
              <a:ext uri="{FF2B5EF4-FFF2-40B4-BE49-F238E27FC236}">
                <a16:creationId xmlns:a16="http://schemas.microsoft.com/office/drawing/2014/main" id="{77D09E7F-F62E-10B9-7CF4-29947C0472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6053985"/>
            <a:ext cx="660356" cy="660356"/>
          </a:xfrm>
          <a:prstGeom prst="rect">
            <a:avLst/>
          </a:prstGeom>
        </p:spPr>
      </p:pic>
      <p:pic>
        <p:nvPicPr>
          <p:cNvPr id="107" name="Graphic 106" descr="Add">
            <a:extLst>
              <a:ext uri="{FF2B5EF4-FFF2-40B4-BE49-F238E27FC236}">
                <a16:creationId xmlns:a16="http://schemas.microsoft.com/office/drawing/2014/main" id="{716E2A90-E40A-1EBA-1EFD-AFCED7702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4767" y="3530046"/>
            <a:ext cx="533400" cy="533400"/>
          </a:xfrm>
          <a:prstGeom prst="rect">
            <a:avLst/>
          </a:prstGeom>
        </p:spPr>
      </p:pic>
      <p:pic>
        <p:nvPicPr>
          <p:cNvPr id="109" name="Graphic 108" descr="Add">
            <a:extLst>
              <a:ext uri="{FF2B5EF4-FFF2-40B4-BE49-F238E27FC236}">
                <a16:creationId xmlns:a16="http://schemas.microsoft.com/office/drawing/2014/main" id="{7A4808BB-19E1-502B-C190-F8CDF8884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0578" y="4381244"/>
            <a:ext cx="533400" cy="533400"/>
          </a:xfrm>
          <a:prstGeom prst="rect">
            <a:avLst/>
          </a:prstGeom>
        </p:spPr>
      </p:pic>
      <p:pic>
        <p:nvPicPr>
          <p:cNvPr id="111" name="Graphic 110" descr="Add">
            <a:extLst>
              <a:ext uri="{FF2B5EF4-FFF2-40B4-BE49-F238E27FC236}">
                <a16:creationId xmlns:a16="http://schemas.microsoft.com/office/drawing/2014/main" id="{E800898C-9991-A47E-545D-3690740943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2118" y="5253886"/>
            <a:ext cx="533400" cy="533400"/>
          </a:xfrm>
          <a:prstGeom prst="rect">
            <a:avLst/>
          </a:prstGeom>
        </p:spPr>
      </p:pic>
      <p:pic>
        <p:nvPicPr>
          <p:cNvPr id="113" name="Graphic 112" descr="Add">
            <a:extLst>
              <a:ext uri="{FF2B5EF4-FFF2-40B4-BE49-F238E27FC236}">
                <a16:creationId xmlns:a16="http://schemas.microsoft.com/office/drawing/2014/main" id="{3E50115A-086B-5932-5DFA-8744475758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1868" y="6130716"/>
            <a:ext cx="533400" cy="533400"/>
          </a:xfrm>
          <a:prstGeom prst="rect">
            <a:avLst/>
          </a:prstGeom>
        </p:spPr>
      </p:pic>
      <p:sp>
        <p:nvSpPr>
          <p:cNvPr id="115" name="Content Placeholder 2">
            <a:extLst>
              <a:ext uri="{FF2B5EF4-FFF2-40B4-BE49-F238E27FC236}">
                <a16:creationId xmlns:a16="http://schemas.microsoft.com/office/drawing/2014/main" id="{5AD40D03-0978-E0D5-2634-6C6CBFEE9770}"/>
              </a:ext>
            </a:extLst>
          </p:cNvPr>
          <p:cNvSpPr txBox="1">
            <a:spLocks/>
          </p:cNvSpPr>
          <p:nvPr/>
        </p:nvSpPr>
        <p:spPr>
          <a:xfrm>
            <a:off x="3336495" y="1971321"/>
            <a:ext cx="2610542"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THEORY CREDITS</a:t>
            </a:r>
          </a:p>
        </p:txBody>
      </p:sp>
      <p:sp>
        <p:nvSpPr>
          <p:cNvPr id="117" name="Content Placeholder 2">
            <a:extLst>
              <a:ext uri="{FF2B5EF4-FFF2-40B4-BE49-F238E27FC236}">
                <a16:creationId xmlns:a16="http://schemas.microsoft.com/office/drawing/2014/main" id="{033C22C5-511A-E40E-C4D6-80D56FDC26CF}"/>
              </a:ext>
            </a:extLst>
          </p:cNvPr>
          <p:cNvSpPr txBox="1">
            <a:spLocks/>
          </p:cNvSpPr>
          <p:nvPr/>
        </p:nvSpPr>
        <p:spPr>
          <a:xfrm>
            <a:off x="7278371" y="2005573"/>
            <a:ext cx="2487966"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TUTORIAL CREDITS</a:t>
            </a:r>
          </a:p>
        </p:txBody>
      </p:sp>
      <p:sp>
        <p:nvSpPr>
          <p:cNvPr id="119" name="Content Placeholder 2">
            <a:extLst>
              <a:ext uri="{FF2B5EF4-FFF2-40B4-BE49-F238E27FC236}">
                <a16:creationId xmlns:a16="http://schemas.microsoft.com/office/drawing/2014/main" id="{F05748EB-49EC-8C3D-7590-CC0A977BA26B}"/>
              </a:ext>
            </a:extLst>
          </p:cNvPr>
          <p:cNvSpPr txBox="1">
            <a:spLocks/>
          </p:cNvSpPr>
          <p:nvPr/>
        </p:nvSpPr>
        <p:spPr>
          <a:xfrm>
            <a:off x="10457956" y="2009663"/>
            <a:ext cx="1523027"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CREDITS</a:t>
            </a:r>
          </a:p>
        </p:txBody>
      </p:sp>
      <p:pic>
        <p:nvPicPr>
          <p:cNvPr id="122" name="Graphic 121" descr="Circle with right arrow">
            <a:extLst>
              <a:ext uri="{FF2B5EF4-FFF2-40B4-BE49-F238E27FC236}">
                <a16:creationId xmlns:a16="http://schemas.microsoft.com/office/drawing/2014/main" id="{3BFB90D0-CC54-EF27-1BAF-7D26A2F709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137" y="2569009"/>
            <a:ext cx="660356" cy="660356"/>
          </a:xfrm>
          <a:prstGeom prst="rect">
            <a:avLst/>
          </a:prstGeom>
        </p:spPr>
      </p:pic>
      <p:pic>
        <p:nvPicPr>
          <p:cNvPr id="124" name="Graphic 123" descr="Circle with right arrow">
            <a:extLst>
              <a:ext uri="{FF2B5EF4-FFF2-40B4-BE49-F238E27FC236}">
                <a16:creationId xmlns:a16="http://schemas.microsoft.com/office/drawing/2014/main" id="{7534937D-BB67-DA30-3BC2-3E4EC2F1FA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3443999"/>
            <a:ext cx="660356" cy="660356"/>
          </a:xfrm>
          <a:prstGeom prst="rect">
            <a:avLst/>
          </a:prstGeom>
        </p:spPr>
      </p:pic>
      <p:pic>
        <p:nvPicPr>
          <p:cNvPr id="126" name="Graphic 125" descr="Circle with right arrow">
            <a:extLst>
              <a:ext uri="{FF2B5EF4-FFF2-40B4-BE49-F238E27FC236}">
                <a16:creationId xmlns:a16="http://schemas.microsoft.com/office/drawing/2014/main" id="{C0363CF6-D4A9-0E79-5B73-FB5F255420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4381244"/>
            <a:ext cx="660356" cy="660356"/>
          </a:xfrm>
          <a:prstGeom prst="rect">
            <a:avLst/>
          </a:prstGeom>
        </p:spPr>
      </p:pic>
      <p:pic>
        <p:nvPicPr>
          <p:cNvPr id="128" name="Graphic 127" descr="Circle with right arrow">
            <a:extLst>
              <a:ext uri="{FF2B5EF4-FFF2-40B4-BE49-F238E27FC236}">
                <a16:creationId xmlns:a16="http://schemas.microsoft.com/office/drawing/2014/main" id="{6C396A1A-7E86-E2CA-6D8D-EF4A0D96A8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07720" y="5253886"/>
            <a:ext cx="660356" cy="660356"/>
          </a:xfrm>
          <a:prstGeom prst="rect">
            <a:avLst/>
          </a:prstGeom>
        </p:spPr>
      </p:pic>
      <p:pic>
        <p:nvPicPr>
          <p:cNvPr id="130" name="Graphic 129" descr="Circle with right arrow">
            <a:extLst>
              <a:ext uri="{FF2B5EF4-FFF2-40B4-BE49-F238E27FC236}">
                <a16:creationId xmlns:a16="http://schemas.microsoft.com/office/drawing/2014/main" id="{F246E4A7-ECD1-9DE1-0E52-DE8E249F03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6050671"/>
            <a:ext cx="660356" cy="660356"/>
          </a:xfrm>
          <a:prstGeom prst="rect">
            <a:avLst/>
          </a:prstGeom>
        </p:spPr>
      </p:pic>
      <p:sp>
        <p:nvSpPr>
          <p:cNvPr id="3" name="Content Placeholder 2">
            <a:extLst>
              <a:ext uri="{FF2B5EF4-FFF2-40B4-BE49-F238E27FC236}">
                <a16:creationId xmlns:a16="http://schemas.microsoft.com/office/drawing/2014/main" id="{608782E7-ACBE-ECC7-75C4-2B238B47F2DD}"/>
              </a:ext>
            </a:extLst>
          </p:cNvPr>
          <p:cNvSpPr txBox="1">
            <a:spLocks/>
          </p:cNvSpPr>
          <p:nvPr/>
        </p:nvSpPr>
        <p:spPr>
          <a:xfrm>
            <a:off x="7710430" y="2576486"/>
            <a:ext cx="723767"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6" name="Content Placeholder 2">
            <a:extLst>
              <a:ext uri="{FF2B5EF4-FFF2-40B4-BE49-F238E27FC236}">
                <a16:creationId xmlns:a16="http://schemas.microsoft.com/office/drawing/2014/main" id="{86B007D7-CEE1-3438-5871-19A8DA44E4F4}"/>
              </a:ext>
            </a:extLst>
          </p:cNvPr>
          <p:cNvSpPr txBox="1">
            <a:spLocks/>
          </p:cNvSpPr>
          <p:nvPr/>
        </p:nvSpPr>
        <p:spPr>
          <a:xfrm>
            <a:off x="7711572" y="3443999"/>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8" name="Content Placeholder 2">
            <a:extLst>
              <a:ext uri="{FF2B5EF4-FFF2-40B4-BE49-F238E27FC236}">
                <a16:creationId xmlns:a16="http://schemas.microsoft.com/office/drawing/2014/main" id="{EAE55C59-696A-1E5E-510D-277EA7EB6EF4}"/>
              </a:ext>
            </a:extLst>
          </p:cNvPr>
          <p:cNvSpPr txBox="1">
            <a:spLocks/>
          </p:cNvSpPr>
          <p:nvPr/>
        </p:nvSpPr>
        <p:spPr>
          <a:xfrm>
            <a:off x="7709154" y="4300325"/>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10" name="Content Placeholder 2">
            <a:extLst>
              <a:ext uri="{FF2B5EF4-FFF2-40B4-BE49-F238E27FC236}">
                <a16:creationId xmlns:a16="http://schemas.microsoft.com/office/drawing/2014/main" id="{5DAA1CC3-DDDC-6CEF-96A3-8327314384ED}"/>
              </a:ext>
            </a:extLst>
          </p:cNvPr>
          <p:cNvSpPr txBox="1">
            <a:spLocks/>
          </p:cNvSpPr>
          <p:nvPr/>
        </p:nvSpPr>
        <p:spPr>
          <a:xfrm>
            <a:off x="7709154" y="5177155"/>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12" name="Content Placeholder 2">
            <a:extLst>
              <a:ext uri="{FF2B5EF4-FFF2-40B4-BE49-F238E27FC236}">
                <a16:creationId xmlns:a16="http://schemas.microsoft.com/office/drawing/2014/main" id="{0A4CE217-DF7B-B24C-BC1E-F072E309685C}"/>
              </a:ext>
            </a:extLst>
          </p:cNvPr>
          <p:cNvSpPr txBox="1">
            <a:spLocks/>
          </p:cNvSpPr>
          <p:nvPr/>
        </p:nvSpPr>
        <p:spPr>
          <a:xfrm>
            <a:off x="7724248" y="6040732"/>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pic>
        <p:nvPicPr>
          <p:cNvPr id="93" name="Graphic 92" descr="Close">
            <a:extLst>
              <a:ext uri="{FF2B5EF4-FFF2-40B4-BE49-F238E27FC236}">
                <a16:creationId xmlns:a16="http://schemas.microsoft.com/office/drawing/2014/main" id="{9CB42204-9F19-F41C-A13E-25331FE163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42135" y="6075064"/>
            <a:ext cx="660356" cy="660356"/>
          </a:xfrm>
          <a:prstGeom prst="rect">
            <a:avLst/>
          </a:prstGeom>
        </p:spPr>
      </p:pic>
      <p:sp>
        <p:nvSpPr>
          <p:cNvPr id="14" name="Slide Number Placeholder 13">
            <a:extLst>
              <a:ext uri="{FF2B5EF4-FFF2-40B4-BE49-F238E27FC236}">
                <a16:creationId xmlns:a16="http://schemas.microsoft.com/office/drawing/2014/main" id="{3A0B7687-ECE1-6D3C-4B04-E6324692DEE1}"/>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19817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randombar(horizont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randombar(horizontal)">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randombar(horizontal)">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randombar(horizontal)">
                                      <p:cBhvr>
                                        <p:cTn id="65" dur="5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99"/>
                                        </p:tgtEl>
                                        <p:attrNameLst>
                                          <p:attrName>style.visibility</p:attrName>
                                        </p:attrNameLst>
                                      </p:cBhvr>
                                      <p:to>
                                        <p:strVal val="visible"/>
                                      </p:to>
                                    </p:set>
                                    <p:animEffect transition="in" filter="randombar(horizontal)">
                                      <p:cBhvr>
                                        <p:cTn id="70" dur="500"/>
                                        <p:tgtEl>
                                          <p:spTgt spid="99"/>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randombar(horizontal)">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2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nodeType="clickEffect">
                                  <p:stCondLst>
                                    <p:cond delay="0"/>
                                  </p:stCondLst>
                                  <p:childTnLst>
                                    <p:set>
                                      <p:cBhvr>
                                        <p:cTn id="85" dur="1" fill="hold">
                                          <p:stCondLst>
                                            <p:cond delay="0"/>
                                          </p:stCondLst>
                                        </p:cTn>
                                        <p:tgtEl>
                                          <p:spTgt spid="85"/>
                                        </p:tgtEl>
                                        <p:attrNameLst>
                                          <p:attrName>style.visibility</p:attrName>
                                        </p:attrNameLst>
                                      </p:cBhvr>
                                      <p:to>
                                        <p:strVal val="visible"/>
                                      </p:to>
                                    </p:set>
                                    <p:animEffect transition="in" filter="randombar(horizontal)">
                                      <p:cBhvr>
                                        <p:cTn id="86" dur="500"/>
                                        <p:tgtEl>
                                          <p:spTgt spid="85"/>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randombar(horizontal)">
                                      <p:cBhvr>
                                        <p:cTn id="91" dur="500"/>
                                        <p:tgtEl>
                                          <p:spTgt spid="41"/>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0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randombar(horizontal)">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nodeType="click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randombar(horizontal)">
                                      <p:cBhvr>
                                        <p:cTn id="109" dur="500"/>
                                        <p:tgtEl>
                                          <p:spTgt spid="101"/>
                                        </p:tgtEl>
                                      </p:cBhvr>
                                    </p:animEffect>
                                  </p:childTnLst>
                                </p:cTn>
                              </p:par>
                              <p:par>
                                <p:cTn id="110" presetID="14" presetClass="entr" presetSubtype="10" fill="hold" grpId="0"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randombar(horizontal)">
                                      <p:cBhvr>
                                        <p:cTn id="112" dur="500"/>
                                        <p:tgtEl>
                                          <p:spTgt spid="49"/>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1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4" presetClass="entr" presetSubtype="10" fill="hold" nodeType="clickEffect">
                                  <p:stCondLst>
                                    <p:cond delay="0"/>
                                  </p:stCondLst>
                                  <p:childTnLst>
                                    <p:set>
                                      <p:cBhvr>
                                        <p:cTn id="132" dur="1" fill="hold">
                                          <p:stCondLst>
                                            <p:cond delay="0"/>
                                          </p:stCondLst>
                                        </p:cTn>
                                        <p:tgtEl>
                                          <p:spTgt spid="87"/>
                                        </p:tgtEl>
                                        <p:attrNameLst>
                                          <p:attrName>style.visibility</p:attrName>
                                        </p:attrNameLst>
                                      </p:cBhvr>
                                      <p:to>
                                        <p:strVal val="visible"/>
                                      </p:to>
                                    </p:set>
                                    <p:animEffect transition="in" filter="randombar(horizontal)">
                                      <p:cBhvr>
                                        <p:cTn id="133" dur="500"/>
                                        <p:tgtEl>
                                          <p:spTgt spid="87"/>
                                        </p:tgtEl>
                                      </p:cBhvr>
                                    </p:animEffect>
                                  </p:childTnLst>
                                </p:cTn>
                              </p:par>
                              <p:par>
                                <p:cTn id="134" presetID="1" presetClass="entr" presetSubtype="0" fill="hold" grpId="0" nodeType="withEffect">
                                  <p:stCondLst>
                                    <p:cond delay="0"/>
                                  </p:stCondLst>
                                  <p:childTnLst>
                                    <p:set>
                                      <p:cBhvr>
                                        <p:cTn id="135" dur="1" fill="hold">
                                          <p:stCondLst>
                                            <p:cond delay="0"/>
                                          </p:stCondLst>
                                        </p:cTn>
                                        <p:tgtEl>
                                          <p:spTgt spid="10"/>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4" presetClass="entr" presetSubtype="10" fill="hold" grpId="0" nodeType="clickEffect">
                                  <p:stCondLst>
                                    <p:cond delay="0"/>
                                  </p:stCondLst>
                                  <p:childTnLst>
                                    <p:set>
                                      <p:cBhvr>
                                        <p:cTn id="139" dur="1" fill="hold">
                                          <p:stCondLst>
                                            <p:cond delay="0"/>
                                          </p:stCondLst>
                                        </p:cTn>
                                        <p:tgtEl>
                                          <p:spTgt spid="61"/>
                                        </p:tgtEl>
                                        <p:attrNameLst>
                                          <p:attrName>style.visibility</p:attrName>
                                        </p:attrNameLst>
                                      </p:cBhvr>
                                      <p:to>
                                        <p:strVal val="visible"/>
                                      </p:to>
                                    </p:set>
                                    <p:animEffect transition="in" filter="randombar(horizontal)">
                                      <p:cBhvr>
                                        <p:cTn id="140" dur="500"/>
                                        <p:tgtEl>
                                          <p:spTgt spid="61"/>
                                        </p:tgtEl>
                                      </p:cBhvr>
                                    </p:animEffect>
                                  </p:childTnLst>
                                </p:cTn>
                              </p:par>
                            </p:childTnLst>
                          </p:cTn>
                        </p:par>
                      </p:childTnLst>
                    </p:cTn>
                  </p:par>
                  <p:par>
                    <p:cTn id="141" fill="hold">
                      <p:stCondLst>
                        <p:cond delay="indefinite"/>
                      </p:stCondLst>
                      <p:childTnLst>
                        <p:par>
                          <p:cTn id="142" fill="hold">
                            <p:stCondLst>
                              <p:cond delay="0"/>
                            </p:stCondLst>
                            <p:childTnLst>
                              <p:par>
                                <p:cTn id="143" presetID="14" presetClass="entr" presetSubtype="10" fill="hold" nodeType="clickEffect">
                                  <p:stCondLst>
                                    <p:cond delay="0"/>
                                  </p:stCondLst>
                                  <p:childTnLst>
                                    <p:set>
                                      <p:cBhvr>
                                        <p:cTn id="144" dur="1" fill="hold">
                                          <p:stCondLst>
                                            <p:cond delay="0"/>
                                          </p:stCondLst>
                                        </p:cTn>
                                        <p:tgtEl>
                                          <p:spTgt spid="103"/>
                                        </p:tgtEl>
                                        <p:attrNameLst>
                                          <p:attrName>style.visibility</p:attrName>
                                        </p:attrNameLst>
                                      </p:cBhvr>
                                      <p:to>
                                        <p:strVal val="visible"/>
                                      </p:to>
                                    </p:set>
                                    <p:animEffect transition="in" filter="randombar(horizontal)">
                                      <p:cBhvr>
                                        <p:cTn id="145" dur="500"/>
                                        <p:tgtEl>
                                          <p:spTgt spid="103"/>
                                        </p:tgtEl>
                                      </p:cBhvr>
                                    </p:animEffect>
                                  </p:childTnLst>
                                </p:cTn>
                              </p:par>
                              <p:par>
                                <p:cTn id="146" presetID="14" presetClass="entr" presetSubtype="10" fill="hold" grpId="0" nodeType="withEffect">
                                  <p:stCondLst>
                                    <p:cond delay="0"/>
                                  </p:stCondLst>
                                  <p:childTnLst>
                                    <p:set>
                                      <p:cBhvr>
                                        <p:cTn id="147" dur="1" fill="hold">
                                          <p:stCondLst>
                                            <p:cond delay="0"/>
                                          </p:stCondLst>
                                        </p:cTn>
                                        <p:tgtEl>
                                          <p:spTgt spid="65"/>
                                        </p:tgtEl>
                                        <p:attrNameLst>
                                          <p:attrName>style.visibility</p:attrName>
                                        </p:attrNameLst>
                                      </p:cBhvr>
                                      <p:to>
                                        <p:strVal val="visible"/>
                                      </p:to>
                                    </p:set>
                                    <p:animEffect transition="in" filter="randombar(horizontal)">
                                      <p:cBhvr>
                                        <p:cTn id="148" dur="500"/>
                                        <p:tgtEl>
                                          <p:spTgt spid="65"/>
                                        </p:tgtEl>
                                      </p:cBhvr>
                                    </p:animEffec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3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nodeType="clickEffect">
                                  <p:stCondLst>
                                    <p:cond delay="0"/>
                                  </p:stCondLst>
                                  <p:childTnLst>
                                    <p:set>
                                      <p:cBhvr>
                                        <p:cTn id="160" dur="1" fill="hold">
                                          <p:stCondLst>
                                            <p:cond delay="0"/>
                                          </p:stCondLst>
                                        </p:cTn>
                                        <p:tgtEl>
                                          <p:spTgt spid="89"/>
                                        </p:tgtEl>
                                        <p:attrNameLst>
                                          <p:attrName>style.visibility</p:attrName>
                                        </p:attrNameLst>
                                      </p:cBhvr>
                                      <p:to>
                                        <p:strVal val="visible"/>
                                      </p:to>
                                    </p:set>
                                    <p:animEffect transition="in" filter="randombar(horizontal)">
                                      <p:cBhvr>
                                        <p:cTn id="161" dur="500"/>
                                        <p:tgtEl>
                                          <p:spTgt spid="89"/>
                                        </p:tgtEl>
                                      </p:cBhvr>
                                    </p:animEffect>
                                  </p:childTnLst>
                                </p:cTn>
                              </p:par>
                              <p:par>
                                <p:cTn id="162" presetID="14" presetClass="entr" presetSubtype="10" fill="hold" nodeType="withEffect">
                                  <p:stCondLst>
                                    <p:cond delay="0"/>
                                  </p:stCondLst>
                                  <p:childTnLst>
                                    <p:set>
                                      <p:cBhvr>
                                        <p:cTn id="163" dur="1" fill="hold">
                                          <p:stCondLst>
                                            <p:cond delay="0"/>
                                          </p:stCondLst>
                                        </p:cTn>
                                        <p:tgtEl>
                                          <p:spTgt spid="91"/>
                                        </p:tgtEl>
                                        <p:attrNameLst>
                                          <p:attrName>style.visibility</p:attrName>
                                        </p:attrNameLst>
                                      </p:cBhvr>
                                      <p:to>
                                        <p:strVal val="visible"/>
                                      </p:to>
                                    </p:set>
                                    <p:animEffect transition="in" filter="randombar(horizontal)">
                                      <p:cBhvr>
                                        <p:cTn id="164" dur="500"/>
                                        <p:tgtEl>
                                          <p:spTgt spid="91"/>
                                        </p:tgtEl>
                                      </p:cBhvr>
                                    </p:animEffect>
                                  </p:childTnLst>
                                </p:cTn>
                              </p:par>
                            </p:childTnLst>
                          </p:cTn>
                        </p:par>
                      </p:childTnLst>
                    </p:cTn>
                  </p:par>
                  <p:par>
                    <p:cTn id="165" fill="hold">
                      <p:stCondLst>
                        <p:cond delay="indefinite"/>
                      </p:stCondLst>
                      <p:childTnLst>
                        <p:par>
                          <p:cTn id="166" fill="hold">
                            <p:stCondLst>
                              <p:cond delay="0"/>
                            </p:stCondLst>
                            <p:childTnLst>
                              <p:par>
                                <p:cTn id="167" presetID="14" presetClass="entr" presetSubtype="10" fill="hold" grpId="0" nodeType="clickEffect">
                                  <p:stCondLst>
                                    <p:cond delay="0"/>
                                  </p:stCondLst>
                                  <p:childTnLst>
                                    <p:set>
                                      <p:cBhvr>
                                        <p:cTn id="168" dur="1" fill="hold">
                                          <p:stCondLst>
                                            <p:cond delay="0"/>
                                          </p:stCondLst>
                                        </p:cTn>
                                        <p:tgtEl>
                                          <p:spTgt spid="73"/>
                                        </p:tgtEl>
                                        <p:attrNameLst>
                                          <p:attrName>style.visibility</p:attrName>
                                        </p:attrNameLst>
                                      </p:cBhvr>
                                      <p:to>
                                        <p:strVal val="visible"/>
                                      </p:to>
                                    </p:set>
                                    <p:animEffect transition="in" filter="randombar(horizontal)">
                                      <p:cBhvr>
                                        <p:cTn id="169" dur="500"/>
                                        <p:tgtEl>
                                          <p:spTgt spid="73"/>
                                        </p:tgtEl>
                                      </p:cBhvr>
                                    </p:animEffec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13"/>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75"/>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12"/>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4" presetClass="entr" presetSubtype="10" fill="hold" nodeType="clickEffect">
                                  <p:stCondLst>
                                    <p:cond delay="0"/>
                                  </p:stCondLst>
                                  <p:childTnLst>
                                    <p:set>
                                      <p:cBhvr>
                                        <p:cTn id="181" dur="1" fill="hold">
                                          <p:stCondLst>
                                            <p:cond delay="0"/>
                                          </p:stCondLst>
                                        </p:cTn>
                                        <p:tgtEl>
                                          <p:spTgt spid="93"/>
                                        </p:tgtEl>
                                        <p:attrNameLst>
                                          <p:attrName>style.visibility</p:attrName>
                                        </p:attrNameLst>
                                      </p:cBhvr>
                                      <p:to>
                                        <p:strVal val="visible"/>
                                      </p:to>
                                    </p:set>
                                    <p:animEffect transition="in" filter="randombar(horizontal)">
                                      <p:cBhvr>
                                        <p:cTn id="182" dur="500"/>
                                        <p:tgtEl>
                                          <p:spTgt spid="93"/>
                                        </p:tgtEl>
                                      </p:cBhvr>
                                    </p:animEffect>
                                  </p:childTnLst>
                                </p:cTn>
                              </p:par>
                            </p:childTnLst>
                          </p:cTn>
                        </p:par>
                      </p:childTnLst>
                    </p:cTn>
                  </p:par>
                  <p:par>
                    <p:cTn id="183" fill="hold">
                      <p:stCondLst>
                        <p:cond delay="indefinite"/>
                      </p:stCondLst>
                      <p:childTnLst>
                        <p:par>
                          <p:cTn id="184" fill="hold">
                            <p:stCondLst>
                              <p:cond delay="0"/>
                            </p:stCondLst>
                            <p:childTnLst>
                              <p:par>
                                <p:cTn id="185" presetID="14" presetClass="entr" presetSubtype="10" fill="hold" grpId="0" nodeType="clickEffect">
                                  <p:stCondLst>
                                    <p:cond delay="0"/>
                                  </p:stCondLst>
                                  <p:childTnLst>
                                    <p:set>
                                      <p:cBhvr>
                                        <p:cTn id="186" dur="1" fill="hold">
                                          <p:stCondLst>
                                            <p:cond delay="0"/>
                                          </p:stCondLst>
                                        </p:cTn>
                                        <p:tgtEl>
                                          <p:spTgt spid="77"/>
                                        </p:tgtEl>
                                        <p:attrNameLst>
                                          <p:attrName>style.visibility</p:attrName>
                                        </p:attrNameLst>
                                      </p:cBhvr>
                                      <p:to>
                                        <p:strVal val="visible"/>
                                      </p:to>
                                    </p:set>
                                    <p:animEffect transition="in" filter="randombar(horizontal)">
                                      <p:cBhvr>
                                        <p:cTn id="187" dur="500"/>
                                        <p:tgtEl>
                                          <p:spTgt spid="77"/>
                                        </p:tgtEl>
                                      </p:cBhvr>
                                    </p:animEffect>
                                  </p:childTnLst>
                                </p:cTn>
                              </p:par>
                            </p:childTnLst>
                          </p:cTn>
                        </p:par>
                      </p:childTnLst>
                    </p:cTn>
                  </p:par>
                  <p:par>
                    <p:cTn id="188" fill="hold">
                      <p:stCondLst>
                        <p:cond delay="indefinite"/>
                      </p:stCondLst>
                      <p:childTnLst>
                        <p:par>
                          <p:cTn id="189" fill="hold">
                            <p:stCondLst>
                              <p:cond delay="0"/>
                            </p:stCondLst>
                            <p:childTnLst>
                              <p:par>
                                <p:cTn id="190" presetID="14" presetClass="entr" presetSubtype="10" fill="hold" nodeType="clickEffect">
                                  <p:stCondLst>
                                    <p:cond delay="0"/>
                                  </p:stCondLst>
                                  <p:childTnLst>
                                    <p:set>
                                      <p:cBhvr>
                                        <p:cTn id="191" dur="1" fill="hold">
                                          <p:stCondLst>
                                            <p:cond delay="0"/>
                                          </p:stCondLst>
                                        </p:cTn>
                                        <p:tgtEl>
                                          <p:spTgt spid="105"/>
                                        </p:tgtEl>
                                        <p:attrNameLst>
                                          <p:attrName>style.visibility</p:attrName>
                                        </p:attrNameLst>
                                      </p:cBhvr>
                                      <p:to>
                                        <p:strVal val="visible"/>
                                      </p:to>
                                    </p:set>
                                    <p:animEffect transition="in" filter="randombar(horizontal)">
                                      <p:cBhvr>
                                        <p:cTn id="192" dur="500"/>
                                        <p:tgtEl>
                                          <p:spTgt spid="105"/>
                                        </p:tgtEl>
                                      </p:cBhvr>
                                    </p:animEffect>
                                  </p:childTnLst>
                                </p:cTn>
                              </p:par>
                              <p:par>
                                <p:cTn id="193" presetID="14" presetClass="entr" presetSubtype="10" fill="hold" grpId="0" nodeType="withEffect">
                                  <p:stCondLst>
                                    <p:cond delay="0"/>
                                  </p:stCondLst>
                                  <p:childTnLst>
                                    <p:set>
                                      <p:cBhvr>
                                        <p:cTn id="194" dur="1" fill="hold">
                                          <p:stCondLst>
                                            <p:cond delay="0"/>
                                          </p:stCondLst>
                                        </p:cTn>
                                        <p:tgtEl>
                                          <p:spTgt spid="81"/>
                                        </p:tgtEl>
                                        <p:attrNameLst>
                                          <p:attrName>style.visibility</p:attrName>
                                        </p:attrNameLst>
                                      </p:cBhvr>
                                      <p:to>
                                        <p:strVal val="visible"/>
                                      </p:to>
                                    </p:set>
                                    <p:animEffect transition="in" filter="randombar(horizontal)">
                                      <p:cBhvr>
                                        <p:cTn id="19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7" grpId="0" animBg="1"/>
      <p:bldP spid="21" grpId="0" animBg="1"/>
      <p:bldP spid="23" grpId="0" animBg="1"/>
      <p:bldP spid="25" grpId="0" animBg="1"/>
      <p:bldP spid="27" grpId="0" animBg="1"/>
      <p:bldP spid="29" grpId="0" animBg="1"/>
      <p:bldP spid="33" grpId="0" animBg="1"/>
      <p:bldP spid="37" grpId="0" animBg="1"/>
      <p:bldP spid="39" grpId="0" animBg="1"/>
      <p:bldP spid="41" grpId="0" animBg="1"/>
      <p:bldP spid="43" grpId="0" animBg="1"/>
      <p:bldP spid="45" grpId="0" animBg="1"/>
      <p:bldP spid="49" grpId="0" animBg="1"/>
      <p:bldP spid="53" grpId="0" animBg="1"/>
      <p:bldP spid="55" grpId="0" animBg="1"/>
      <p:bldP spid="57" grpId="0" animBg="1"/>
      <p:bldP spid="59" grpId="0" animBg="1"/>
      <p:bldP spid="61" grpId="0" animBg="1"/>
      <p:bldP spid="65" grpId="0" animBg="1"/>
      <p:bldP spid="69" grpId="0" animBg="1"/>
      <p:bldP spid="71" grpId="0" animBg="1"/>
      <p:bldP spid="73" grpId="0" animBg="1"/>
      <p:bldP spid="75" grpId="0" animBg="1"/>
      <p:bldP spid="77" grpId="0" animBg="1"/>
      <p:bldP spid="81" grpId="0" animBg="1"/>
      <p:bldP spid="3" grpId="0" animBg="1"/>
      <p:bldP spid="6" grpId="0" animBg="1"/>
      <p:bldP spid="8" grpId="0" animBg="1"/>
      <p:bldP spid="10"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120927"/>
            <a:ext cx="10571998" cy="970450"/>
          </a:xfrm>
        </p:spPr>
        <p:txBody>
          <a:bodyPr/>
          <a:lstStyle/>
          <a:p>
            <a:pPr algn="ctr"/>
            <a:r>
              <a:rPr lang="en-IN" dirty="0"/>
              <a:t>Examination Scheme: Semester- I</a:t>
            </a:r>
          </a:p>
        </p:txBody>
      </p:sp>
      <p:pic>
        <p:nvPicPr>
          <p:cNvPr id="4" name="Content Placeholder 3"/>
          <p:cNvPicPr>
            <a:picLocks noGrp="1" noChangeAspect="1"/>
          </p:cNvPicPr>
          <p:nvPr>
            <p:ph idx="1"/>
          </p:nvPr>
        </p:nvPicPr>
        <p:blipFill>
          <a:blip r:embed="rId2"/>
          <a:stretch>
            <a:fillRect/>
          </a:stretch>
        </p:blipFill>
        <p:spPr>
          <a:xfrm>
            <a:off x="1961353" y="1179098"/>
            <a:ext cx="8269293" cy="5617577"/>
          </a:xfrm>
          <a:prstGeom prst="rect">
            <a:avLst/>
          </a:prstGeom>
        </p:spPr>
      </p:pic>
      <p:sp>
        <p:nvSpPr>
          <p:cNvPr id="3" name="Slide Number Placeholder 2">
            <a:extLst>
              <a:ext uri="{FF2B5EF4-FFF2-40B4-BE49-F238E27FC236}">
                <a16:creationId xmlns:a16="http://schemas.microsoft.com/office/drawing/2014/main" id="{0AF2993A-6586-C459-2DEE-8EF0DD9B67ED}"/>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2243238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a:effectLst>
                  <a:outerShdw blurRad="38100" dist="38100" dir="2700000" algn="tl">
                    <a:srgbClr val="000000">
                      <a:alpha val="43137"/>
                    </a:srgbClr>
                  </a:outerShdw>
                </a:effectLst>
              </a:rPr>
              <a:t>Examinations</a:t>
            </a:r>
            <a:r>
              <a:rPr lang="en-US" sz="3200" dirty="0">
                <a:effectLst>
                  <a:outerShdw blurRad="38100" dist="38100" dir="2700000" algn="tl">
                    <a:srgbClr val="000000">
                      <a:alpha val="43137"/>
                    </a:srgbClr>
                  </a:outerShdw>
                </a:effectLst>
              </a:rPr>
              <a:t>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a:t>
            </a:r>
            <a:r>
              <a:rPr lang="en-US" sz="3200" dirty="0">
                <a:solidFill>
                  <a:srgbClr val="FF0000"/>
                </a:solidFill>
              </a:rPr>
              <a:t>Continuous Assessments</a:t>
            </a:r>
            <a:r>
              <a:rPr lang="en-US" sz="3200" dirty="0">
                <a:effectLst>
                  <a:outerShdw blurRad="38100" dist="38100" dir="2700000" algn="tl">
                    <a:srgbClr val="000000">
                      <a:alpha val="43137"/>
                    </a:srgbClr>
                  </a:outerShdw>
                </a:effectLst>
              </a:rPr>
              <a:t>)</a:t>
            </a:r>
            <a:endParaRPr sz="32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CFBB2E6A-2DDC-CBA3-98FE-6210716B832C}"/>
              </a:ext>
            </a:extLst>
          </p:cNvPr>
          <p:cNvSpPr txBox="1">
            <a:spLocks/>
          </p:cNvSpPr>
          <p:nvPr/>
        </p:nvSpPr>
        <p:spPr>
          <a:xfrm>
            <a:off x="824948" y="2576019"/>
            <a:ext cx="6669156" cy="3496790"/>
          </a:xfrm>
          <a:prstGeom prst="rect">
            <a:avLst/>
          </a:prstGeom>
          <a:noFill/>
          <a:effectLst>
            <a:outerShdw blurRad="50800" dist="38100" dir="16200000" rotWithShape="0">
              <a:prstClr val="black">
                <a:alpha val="40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Internal Assessments: I &amp; II</a:t>
            </a:r>
          </a:p>
          <a:p>
            <a:pPr>
              <a:lnSpc>
                <a:spcPct val="150000"/>
              </a:lnSpc>
              <a:buClr>
                <a:srgbClr val="00153B"/>
              </a:buClr>
              <a:buFont typeface="Wingdings" panose="05000000000000000000" pitchFamily="2" charset="2"/>
              <a:buChar char="Ø"/>
            </a:pPr>
            <a:r>
              <a:rPr lang="en-US" sz="3000" b="1" dirty="0">
                <a:solidFill>
                  <a:srgbClr val="272727"/>
                </a:solidFill>
              </a:rPr>
              <a:t> Term Work &amp; Practical/Oral</a:t>
            </a:r>
          </a:p>
          <a:p>
            <a:pPr>
              <a:lnSpc>
                <a:spcPct val="150000"/>
              </a:lnSpc>
              <a:buClr>
                <a:srgbClr val="00153B"/>
              </a:buClr>
              <a:buFont typeface="Wingdings" panose="05000000000000000000" pitchFamily="2" charset="2"/>
              <a:buChar char="Ø"/>
            </a:pPr>
            <a:r>
              <a:rPr lang="en-US" sz="3000" b="1" dirty="0">
                <a:solidFill>
                  <a:srgbClr val="272727"/>
                </a:solidFill>
              </a:rPr>
              <a:t> End-Semester Exams</a:t>
            </a:r>
          </a:p>
        </p:txBody>
      </p:sp>
      <p:sp>
        <p:nvSpPr>
          <p:cNvPr id="9" name="Content Placeholder 2">
            <a:extLst>
              <a:ext uri="{FF2B5EF4-FFF2-40B4-BE49-F238E27FC236}">
                <a16:creationId xmlns:a16="http://schemas.microsoft.com/office/drawing/2014/main" id="{008366D6-4A26-DBF5-9744-FA9A2C4C9910}"/>
              </a:ext>
            </a:extLst>
          </p:cNvPr>
          <p:cNvSpPr txBox="1">
            <a:spLocks/>
          </p:cNvSpPr>
          <p:nvPr/>
        </p:nvSpPr>
        <p:spPr>
          <a:xfrm>
            <a:off x="8835886" y="3428999"/>
            <a:ext cx="2951922" cy="1759227"/>
          </a:xfrm>
          <a:prstGeom prst="rect">
            <a:avLst/>
          </a:prstGeom>
          <a:solidFill>
            <a:srgbClr val="0070C0"/>
          </a:solid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None/>
            </a:pPr>
            <a:r>
              <a:rPr lang="en-US" sz="3000" b="1" dirty="0">
                <a:solidFill>
                  <a:srgbClr val="191801"/>
                </a:solidFill>
              </a:rPr>
              <a:t>Grading system: CGPI [10]</a:t>
            </a:r>
          </a:p>
        </p:txBody>
      </p:sp>
      <p:sp>
        <p:nvSpPr>
          <p:cNvPr id="10" name="Content Placeholder 2">
            <a:extLst>
              <a:ext uri="{FF2B5EF4-FFF2-40B4-BE49-F238E27FC236}">
                <a16:creationId xmlns:a16="http://schemas.microsoft.com/office/drawing/2014/main" id="{1957F826-6D2A-0FB0-31D6-92474DD30E6D}"/>
              </a:ext>
            </a:extLst>
          </p:cNvPr>
          <p:cNvSpPr txBox="1">
            <a:spLocks/>
          </p:cNvSpPr>
          <p:nvPr/>
        </p:nvSpPr>
        <p:spPr>
          <a:xfrm>
            <a:off x="8835887" y="354495"/>
            <a:ext cx="2951921" cy="1063143"/>
          </a:xfrm>
          <a:prstGeom prst="rect">
            <a:avLst/>
          </a:prstGeom>
          <a:solidFill>
            <a:srgbClr val="0070C0"/>
          </a:solid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None/>
            </a:pPr>
            <a:r>
              <a:rPr lang="en-US" sz="3000" b="1" dirty="0">
                <a:solidFill>
                  <a:srgbClr val="191801"/>
                </a:solidFill>
              </a:rPr>
              <a:t>TOTAL: 23 | 22 </a:t>
            </a:r>
          </a:p>
        </p:txBody>
      </p:sp>
      <p:sp>
        <p:nvSpPr>
          <p:cNvPr id="3" name="Slide Number Placeholder 2">
            <a:extLst>
              <a:ext uri="{FF2B5EF4-FFF2-40B4-BE49-F238E27FC236}">
                <a16:creationId xmlns:a16="http://schemas.microsoft.com/office/drawing/2014/main" id="{35A6A8CE-34B1-4A60-5580-385E28A827D9}"/>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Academic Arrangements</a:t>
            </a:r>
          </a:p>
        </p:txBody>
      </p:sp>
      <p:sp>
        <p:nvSpPr>
          <p:cNvPr id="4" name="Content Placeholder 2">
            <a:extLst>
              <a:ext uri="{FF2B5EF4-FFF2-40B4-BE49-F238E27FC236}">
                <a16:creationId xmlns:a16="http://schemas.microsoft.com/office/drawing/2014/main" id="{B9C85D11-AF21-9FAD-8A92-26FEDBC1F6C9}"/>
              </a:ext>
            </a:extLst>
          </p:cNvPr>
          <p:cNvSpPr txBox="1">
            <a:spLocks/>
          </p:cNvSpPr>
          <p:nvPr/>
        </p:nvSpPr>
        <p:spPr>
          <a:xfrm>
            <a:off x="824948" y="2576019"/>
            <a:ext cx="10787932" cy="3496790"/>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fontScale="925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pPr>
            <a:r>
              <a:rPr lang="en-US" sz="3000" b="1" dirty="0">
                <a:solidFill>
                  <a:srgbClr val="272727"/>
                </a:solidFill>
              </a:rPr>
              <a:t> Semester I: </a:t>
            </a:r>
            <a:r>
              <a:rPr lang="en-US" sz="3000" dirty="0">
                <a:solidFill>
                  <a:srgbClr val="272727"/>
                </a:solidFill>
              </a:rPr>
              <a:t>31 Aug. – Dec. 2026    </a:t>
            </a:r>
            <a:r>
              <a:rPr lang="en-US" sz="3000" b="1" dirty="0">
                <a:solidFill>
                  <a:srgbClr val="272727"/>
                </a:solidFill>
              </a:rPr>
              <a:t>| Semester II: </a:t>
            </a:r>
            <a:r>
              <a:rPr lang="en-US" sz="3000" dirty="0">
                <a:solidFill>
                  <a:srgbClr val="272727"/>
                </a:solidFill>
              </a:rPr>
              <a:t>4</a:t>
            </a:r>
            <a:r>
              <a:rPr lang="en-US" sz="3000" b="1" dirty="0">
                <a:solidFill>
                  <a:srgbClr val="272727"/>
                </a:solidFill>
              </a:rPr>
              <a:t> </a:t>
            </a:r>
            <a:r>
              <a:rPr lang="en-US" sz="3000" dirty="0">
                <a:solidFill>
                  <a:srgbClr val="272727"/>
                </a:solidFill>
              </a:rPr>
              <a:t>Jan. – May 2027</a:t>
            </a:r>
          </a:p>
          <a:p>
            <a:pPr>
              <a:lnSpc>
                <a:spcPct val="150000"/>
              </a:lnSpc>
              <a:buClr>
                <a:srgbClr val="00153B"/>
              </a:buClr>
            </a:pPr>
            <a:r>
              <a:rPr lang="en-US" sz="3000" b="1" dirty="0">
                <a:solidFill>
                  <a:srgbClr val="272727"/>
                </a:solidFill>
              </a:rPr>
              <a:t> Internal tests: </a:t>
            </a:r>
            <a:r>
              <a:rPr lang="en-US" sz="3000" dirty="0">
                <a:solidFill>
                  <a:srgbClr val="272727"/>
                </a:solidFill>
              </a:rPr>
              <a:t>Oct. &amp; Nov.  2026   </a:t>
            </a:r>
            <a:r>
              <a:rPr lang="en-US" sz="3000" b="1" dirty="0">
                <a:solidFill>
                  <a:srgbClr val="272727"/>
                </a:solidFill>
              </a:rPr>
              <a:t>|</a:t>
            </a:r>
            <a:r>
              <a:rPr lang="en-US" sz="3000" dirty="0">
                <a:solidFill>
                  <a:srgbClr val="272727"/>
                </a:solidFill>
              </a:rPr>
              <a:t> Feb. &amp; April  2027</a:t>
            </a:r>
          </a:p>
          <a:p>
            <a:pPr>
              <a:lnSpc>
                <a:spcPct val="150000"/>
              </a:lnSpc>
              <a:buClr>
                <a:srgbClr val="00153B"/>
              </a:buClr>
            </a:pPr>
            <a:r>
              <a:rPr lang="en-US" sz="3000" b="1" dirty="0">
                <a:solidFill>
                  <a:srgbClr val="272727"/>
                </a:solidFill>
              </a:rPr>
              <a:t> End Semester Exams: </a:t>
            </a:r>
            <a:r>
              <a:rPr lang="en-US" sz="3000" dirty="0">
                <a:solidFill>
                  <a:srgbClr val="272727"/>
                </a:solidFill>
              </a:rPr>
              <a:t>Dec.  2026   </a:t>
            </a:r>
            <a:r>
              <a:rPr lang="en-US" sz="3000" b="1" dirty="0">
                <a:solidFill>
                  <a:srgbClr val="272727"/>
                </a:solidFill>
              </a:rPr>
              <a:t>|</a:t>
            </a:r>
            <a:r>
              <a:rPr lang="en-US" sz="3000" dirty="0">
                <a:solidFill>
                  <a:srgbClr val="272727"/>
                </a:solidFill>
              </a:rPr>
              <a:t> May 2027</a:t>
            </a:r>
          </a:p>
          <a:p>
            <a:pPr>
              <a:lnSpc>
                <a:spcPct val="150000"/>
              </a:lnSpc>
              <a:buClr>
                <a:srgbClr val="00153B"/>
              </a:buClr>
            </a:pPr>
            <a:r>
              <a:rPr lang="en-US" sz="3000" b="1" dirty="0">
                <a:solidFill>
                  <a:srgbClr val="272727"/>
                </a:solidFill>
              </a:rPr>
              <a:t> Results </a:t>
            </a:r>
            <a:r>
              <a:rPr lang="en-US" sz="3000" dirty="0">
                <a:solidFill>
                  <a:srgbClr val="272727"/>
                </a:solidFill>
              </a:rPr>
              <a:t>declared  ≈  45 days after exams</a:t>
            </a:r>
          </a:p>
        </p:txBody>
      </p:sp>
      <p:sp>
        <p:nvSpPr>
          <p:cNvPr id="3" name="Slide Number Placeholder 2">
            <a:extLst>
              <a:ext uri="{FF2B5EF4-FFF2-40B4-BE49-F238E27FC236}">
                <a16:creationId xmlns:a16="http://schemas.microsoft.com/office/drawing/2014/main" id="{FCA892B4-2FB1-05C6-822D-D596425786B1}"/>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effectLst>
                  <a:outerShdw blurRad="38100" dist="38100" dir="2700000" algn="tl">
                    <a:srgbClr val="000000">
                      <a:alpha val="43137"/>
                    </a:srgbClr>
                  </a:outerShdw>
                </a:effectLst>
              </a:rPr>
              <a:t>Parent</a:t>
            </a:r>
            <a:r>
              <a:rPr lang="en-US" dirty="0">
                <a:effectLst>
                  <a:outerShdw blurRad="38100" dist="38100" dir="2700000" algn="tl">
                    <a:srgbClr val="000000">
                      <a:alpha val="43137"/>
                    </a:srgbClr>
                  </a:outerShdw>
                </a:effectLst>
              </a:rPr>
              <a:t> / GUARDIAN</a:t>
            </a:r>
            <a:r>
              <a:rPr dirty="0">
                <a:effectLst>
                  <a:outerShdw blurRad="38100" dist="38100" dir="2700000" algn="tl">
                    <a:srgbClr val="000000">
                      <a:alpha val="43137"/>
                    </a:srgbClr>
                  </a:outerShdw>
                </a:effectLst>
              </a:rPr>
              <a:t> Communication</a:t>
            </a:r>
          </a:p>
        </p:txBody>
      </p:sp>
      <p:sp>
        <p:nvSpPr>
          <p:cNvPr id="4" name="Content Placeholder 2">
            <a:extLst>
              <a:ext uri="{FF2B5EF4-FFF2-40B4-BE49-F238E27FC236}">
                <a16:creationId xmlns:a16="http://schemas.microsoft.com/office/drawing/2014/main" id="{FF4E1634-4019-E065-906E-06BE76ABAFB7}"/>
              </a:ext>
            </a:extLst>
          </p:cNvPr>
          <p:cNvSpPr txBox="1">
            <a:spLocks/>
          </p:cNvSpPr>
          <p:nvPr/>
        </p:nvSpPr>
        <p:spPr>
          <a:xfrm>
            <a:off x="702309" y="2680808"/>
            <a:ext cx="11174952" cy="2537235"/>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Defaulter lists &amp; Exam results </a:t>
            </a:r>
            <a:r>
              <a:rPr lang="en-US" sz="3000" dirty="0">
                <a:solidFill>
                  <a:srgbClr val="272727"/>
                </a:solidFill>
              </a:rPr>
              <a:t>will be shared on WhatsApp groups</a:t>
            </a:r>
          </a:p>
          <a:p>
            <a:pPr>
              <a:lnSpc>
                <a:spcPct val="150000"/>
              </a:lnSpc>
              <a:buClr>
                <a:srgbClr val="00153B"/>
              </a:buClr>
              <a:buFont typeface="Wingdings" panose="05000000000000000000" pitchFamily="2" charset="2"/>
              <a:buChar char="Ø"/>
            </a:pPr>
            <a:r>
              <a:rPr lang="en-US" sz="3000" b="1" dirty="0">
                <a:solidFill>
                  <a:srgbClr val="272727"/>
                </a:solidFill>
              </a:rPr>
              <a:t> Parent Teacher Meeting </a:t>
            </a:r>
          </a:p>
          <a:p>
            <a:pPr lvl="2">
              <a:lnSpc>
                <a:spcPct val="150000"/>
              </a:lnSpc>
              <a:buClr>
                <a:srgbClr val="00153B"/>
              </a:buClr>
              <a:buFont typeface="Wingdings" panose="05000000000000000000" pitchFamily="2" charset="2"/>
              <a:buChar char="Ø"/>
            </a:pPr>
            <a:r>
              <a:rPr lang="en-US" sz="2600" b="1" dirty="0">
                <a:solidFill>
                  <a:srgbClr val="272727"/>
                </a:solidFill>
              </a:rPr>
              <a:t> Via. Class-In-Charge and/or HOD</a:t>
            </a:r>
          </a:p>
        </p:txBody>
      </p:sp>
      <p:sp>
        <p:nvSpPr>
          <p:cNvPr id="3" name="Slide Number Placeholder 2">
            <a:extLst>
              <a:ext uri="{FF2B5EF4-FFF2-40B4-BE49-F238E27FC236}">
                <a16:creationId xmlns:a16="http://schemas.microsoft.com/office/drawing/2014/main" id="{072F1858-5040-EF5D-18F5-4ED8EF5543C8}"/>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E850-E711-881C-7527-0219D6133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1F8F3-C94D-C550-AD53-F85EE83369DF}"/>
              </a:ext>
            </a:extLst>
          </p:cNvPr>
          <p:cNvSpPr>
            <a:spLocks noGrp="1"/>
          </p:cNvSpPr>
          <p:nvPr>
            <p:ph type="title"/>
          </p:nvPr>
        </p:nvSpPr>
        <p:spPr/>
        <p:txBody>
          <a:bodyPr/>
          <a:lstStyle/>
          <a:p>
            <a:r>
              <a:rPr dirty="0">
                <a:effectLst>
                  <a:outerShdw blurRad="38100" dist="38100" dir="2700000" algn="tl">
                    <a:srgbClr val="000000">
                      <a:alpha val="43137"/>
                    </a:srgbClr>
                  </a:outerShdw>
                </a:effectLst>
              </a:rPr>
              <a:t>Library Services</a:t>
            </a:r>
          </a:p>
        </p:txBody>
      </p:sp>
      <p:sp>
        <p:nvSpPr>
          <p:cNvPr id="4" name="Content Placeholder 2">
            <a:extLst>
              <a:ext uri="{FF2B5EF4-FFF2-40B4-BE49-F238E27FC236}">
                <a16:creationId xmlns:a16="http://schemas.microsoft.com/office/drawing/2014/main" id="{4FE6F316-5584-E3FC-3FC8-9A1AA10463E6}"/>
              </a:ext>
            </a:extLst>
          </p:cNvPr>
          <p:cNvSpPr txBox="1">
            <a:spLocks/>
          </p:cNvSpPr>
          <p:nvPr/>
        </p:nvSpPr>
        <p:spPr>
          <a:xfrm>
            <a:off x="487070" y="2214464"/>
            <a:ext cx="11418417" cy="3802288"/>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Book Bank </a:t>
            </a:r>
            <a:r>
              <a:rPr lang="en-US" sz="3000" dirty="0">
                <a:solidFill>
                  <a:srgbClr val="272727"/>
                </a:solidFill>
              </a:rPr>
              <a:t>facility for textbooks</a:t>
            </a:r>
          </a:p>
          <a:p>
            <a:pPr>
              <a:lnSpc>
                <a:spcPct val="150000"/>
              </a:lnSpc>
              <a:buClr>
                <a:srgbClr val="00153B"/>
              </a:buClr>
              <a:buFont typeface="Wingdings" panose="05000000000000000000" pitchFamily="2" charset="2"/>
              <a:buChar char="Ø"/>
            </a:pPr>
            <a:r>
              <a:rPr lang="en-US" sz="3000" dirty="0">
                <a:solidFill>
                  <a:srgbClr val="272727"/>
                </a:solidFill>
              </a:rPr>
              <a:t>Access to </a:t>
            </a:r>
            <a:r>
              <a:rPr lang="en-US" sz="3000" b="1" dirty="0">
                <a:solidFill>
                  <a:srgbClr val="272727"/>
                </a:solidFill>
              </a:rPr>
              <a:t>Central Library &amp; Reference Books</a:t>
            </a:r>
          </a:p>
          <a:p>
            <a:pPr>
              <a:lnSpc>
                <a:spcPct val="150000"/>
              </a:lnSpc>
              <a:buClr>
                <a:srgbClr val="00153B"/>
              </a:buClr>
              <a:buFont typeface="Wingdings" panose="05000000000000000000" pitchFamily="2" charset="2"/>
              <a:buChar char="Ø"/>
            </a:pPr>
            <a:r>
              <a:rPr lang="en-US" sz="3000" b="1" dirty="0">
                <a:solidFill>
                  <a:srgbClr val="272727"/>
                </a:solidFill>
              </a:rPr>
              <a:t> Digital Library: </a:t>
            </a:r>
            <a:r>
              <a:rPr lang="en-US" sz="3000" dirty="0">
                <a:solidFill>
                  <a:srgbClr val="272727"/>
                </a:solidFill>
              </a:rPr>
              <a:t>IEEE, NPTEL, E-Magazines, etc.</a:t>
            </a:r>
          </a:p>
          <a:p>
            <a:pPr>
              <a:lnSpc>
                <a:spcPct val="150000"/>
              </a:lnSpc>
              <a:buClr>
                <a:srgbClr val="00153B"/>
              </a:buClr>
              <a:buFont typeface="Wingdings" panose="05000000000000000000" pitchFamily="2" charset="2"/>
              <a:buChar char="Ø"/>
            </a:pPr>
            <a:r>
              <a:rPr lang="en-US" sz="3000" b="1" dirty="0">
                <a:solidFill>
                  <a:srgbClr val="272727"/>
                </a:solidFill>
              </a:rPr>
              <a:t> </a:t>
            </a:r>
            <a:r>
              <a:rPr lang="en-US" sz="3000" dirty="0">
                <a:solidFill>
                  <a:srgbClr val="272727"/>
                </a:solidFill>
              </a:rPr>
              <a:t>Study areas &amp; </a:t>
            </a:r>
            <a:r>
              <a:rPr lang="en-US" sz="3000" b="1" dirty="0">
                <a:solidFill>
                  <a:srgbClr val="272727"/>
                </a:solidFill>
              </a:rPr>
              <a:t>reading halls </a:t>
            </a:r>
            <a:r>
              <a:rPr lang="en-US" sz="3000" dirty="0">
                <a:solidFill>
                  <a:srgbClr val="272727"/>
                </a:solidFill>
              </a:rPr>
              <a:t>available</a:t>
            </a:r>
          </a:p>
        </p:txBody>
      </p:sp>
      <p:sp>
        <p:nvSpPr>
          <p:cNvPr id="3" name="Slide Number Placeholder 2">
            <a:extLst>
              <a:ext uri="{FF2B5EF4-FFF2-40B4-BE49-F238E27FC236}">
                <a16:creationId xmlns:a16="http://schemas.microsoft.com/office/drawing/2014/main" id="{F576EF6D-B80E-8B4D-29DC-0EC0430C2172}"/>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2376613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4D9D-DADA-F873-206B-A5CECC3B4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4EEC7-0E4D-589A-DB4B-7796F9ADDFF4}"/>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Some Useful information</a:t>
            </a:r>
            <a:endParaRPr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0BEE8911-CFAD-7F8D-4EA6-C17EB04EFA87}"/>
              </a:ext>
            </a:extLst>
          </p:cNvPr>
          <p:cNvSpPr txBox="1">
            <a:spLocks/>
          </p:cNvSpPr>
          <p:nvPr/>
        </p:nvSpPr>
        <p:spPr>
          <a:xfrm>
            <a:off x="543340" y="2069945"/>
            <a:ext cx="11164956" cy="434086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buClr>
                <a:srgbClr val="001E00"/>
              </a:buClr>
              <a:buFont typeface="Wingdings" panose="05000000000000000000" pitchFamily="2" charset="2"/>
              <a:buChar char="Ø"/>
            </a:pPr>
            <a:r>
              <a:rPr lang="en-US" sz="3000" dirty="0"/>
              <a:t>F.E. classrooms: 301 to 307</a:t>
            </a:r>
          </a:p>
          <a:p>
            <a:pPr>
              <a:buClr>
                <a:srgbClr val="001E00"/>
              </a:buClr>
              <a:buFont typeface="Wingdings" panose="05000000000000000000" pitchFamily="2" charset="2"/>
              <a:buChar char="Ø"/>
            </a:pPr>
            <a:r>
              <a:rPr lang="en-US" sz="3000" dirty="0"/>
              <a:t>F.E. Laboratories: I, II &amp; III floor</a:t>
            </a:r>
          </a:p>
          <a:p>
            <a:pPr>
              <a:buClr>
                <a:srgbClr val="001E00"/>
              </a:buClr>
              <a:buFont typeface="Wingdings" panose="05000000000000000000" pitchFamily="2" charset="2"/>
              <a:buChar char="Ø"/>
            </a:pPr>
            <a:r>
              <a:rPr lang="en-US" sz="3000" dirty="0"/>
              <a:t>Library: 209</a:t>
            </a:r>
          </a:p>
          <a:p>
            <a:pPr>
              <a:buClr>
                <a:srgbClr val="001E00"/>
              </a:buClr>
              <a:buFont typeface="Wingdings" panose="05000000000000000000" pitchFamily="2" charset="2"/>
              <a:buChar char="Ø"/>
            </a:pPr>
            <a:r>
              <a:rPr lang="en-US" sz="3000" dirty="0"/>
              <a:t>F.E. Staffroom: 207</a:t>
            </a:r>
          </a:p>
          <a:p>
            <a:pPr>
              <a:buClr>
                <a:srgbClr val="001E00"/>
              </a:buClr>
              <a:buFont typeface="Wingdings" panose="05000000000000000000" pitchFamily="2" charset="2"/>
              <a:buChar char="Ø"/>
            </a:pPr>
            <a:r>
              <a:rPr lang="en-US" sz="3000" dirty="0"/>
              <a:t>College hours: 8 pm to 4 pm </a:t>
            </a:r>
            <a:r>
              <a:rPr lang="en-US" sz="3000" b="1" dirty="0"/>
              <a:t>or</a:t>
            </a:r>
            <a:r>
              <a:rPr lang="en-US" sz="3000" dirty="0"/>
              <a:t> 9 am to 5 pm</a:t>
            </a:r>
          </a:p>
          <a:p>
            <a:pPr>
              <a:buClr>
                <a:srgbClr val="001E00"/>
              </a:buClr>
              <a:buFont typeface="Wingdings" panose="05000000000000000000" pitchFamily="2" charset="2"/>
              <a:buChar char="Ø"/>
            </a:pPr>
            <a:r>
              <a:rPr lang="en-US" sz="3000" dirty="0"/>
              <a:t>Canteen: Ground floor</a:t>
            </a:r>
          </a:p>
          <a:p>
            <a:pPr>
              <a:buClr>
                <a:srgbClr val="001E00"/>
              </a:buClr>
              <a:buFont typeface="Wingdings" panose="05000000000000000000" pitchFamily="2" charset="2"/>
              <a:buChar char="Ø"/>
            </a:pPr>
            <a:r>
              <a:rPr lang="en-US" sz="3000" dirty="0"/>
              <a:t>Main Events: Freshers, Naad, Personality Development etc.</a:t>
            </a:r>
          </a:p>
        </p:txBody>
      </p:sp>
      <p:sp>
        <p:nvSpPr>
          <p:cNvPr id="3" name="Slide Number Placeholder 2">
            <a:extLst>
              <a:ext uri="{FF2B5EF4-FFF2-40B4-BE49-F238E27FC236}">
                <a16:creationId xmlns:a16="http://schemas.microsoft.com/office/drawing/2014/main" id="{97362FA7-BA6E-25BF-8C03-39D63153737F}"/>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393838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84CB4-6A90-EB8A-1D33-9B08711A3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92F4A-C590-B37A-87A5-03ABED71AC41}"/>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Beyond the Classroom</a:t>
            </a:r>
          </a:p>
        </p:txBody>
      </p:sp>
      <p:sp>
        <p:nvSpPr>
          <p:cNvPr id="4" name="Content Placeholder 2">
            <a:extLst>
              <a:ext uri="{FF2B5EF4-FFF2-40B4-BE49-F238E27FC236}">
                <a16:creationId xmlns:a16="http://schemas.microsoft.com/office/drawing/2014/main" id="{E41BBCA2-12A5-5BB8-E421-4AB5DEED59F0}"/>
              </a:ext>
            </a:extLst>
          </p:cNvPr>
          <p:cNvSpPr txBox="1">
            <a:spLocks/>
          </p:cNvSpPr>
          <p:nvPr/>
        </p:nvSpPr>
        <p:spPr>
          <a:xfrm>
            <a:off x="105084" y="1929384"/>
            <a:ext cx="11981832" cy="4792091"/>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buClr>
                <a:srgbClr val="001E00"/>
              </a:buClr>
              <a:buFont typeface="Wingdings" panose="05000000000000000000" pitchFamily="2" charset="2"/>
              <a:buChar char="Ø"/>
            </a:pPr>
            <a:r>
              <a:rPr lang="en-US" sz="2800" dirty="0"/>
              <a:t>💻 Technical Festivals </a:t>
            </a:r>
          </a:p>
          <a:p>
            <a:pPr>
              <a:buClr>
                <a:srgbClr val="001E00"/>
              </a:buClr>
              <a:buFont typeface="Wingdings" panose="05000000000000000000" pitchFamily="2" charset="2"/>
              <a:buChar char="Ø"/>
            </a:pPr>
            <a:r>
              <a:rPr lang="en-US" sz="2800" dirty="0"/>
              <a:t>🧑‍💻 Hackathons &amp; Innovation Activities </a:t>
            </a:r>
          </a:p>
          <a:p>
            <a:pPr>
              <a:buClr>
                <a:srgbClr val="001E00"/>
              </a:buClr>
              <a:buFont typeface="Wingdings" panose="05000000000000000000" pitchFamily="2" charset="2"/>
              <a:buChar char="Ø"/>
            </a:pPr>
            <a:r>
              <a:rPr lang="en-US" sz="2800" dirty="0"/>
              <a:t>🎭 Cultural Events </a:t>
            </a:r>
          </a:p>
          <a:p>
            <a:pPr>
              <a:buClr>
                <a:srgbClr val="001E00"/>
              </a:buClr>
              <a:buFont typeface="Wingdings" panose="05000000000000000000" pitchFamily="2" charset="2"/>
              <a:buChar char="Ø"/>
            </a:pPr>
            <a:r>
              <a:rPr lang="en-US" sz="2800" dirty="0"/>
              <a:t>🏆 Sports &amp; Competitions </a:t>
            </a:r>
          </a:p>
          <a:p>
            <a:pPr>
              <a:buClr>
                <a:srgbClr val="001E00"/>
              </a:buClr>
              <a:buFont typeface="Wingdings" panose="05000000000000000000" pitchFamily="2" charset="2"/>
              <a:buChar char="Ø"/>
            </a:pPr>
            <a:r>
              <a:rPr lang="en-US" sz="2800" dirty="0"/>
              <a:t>🤝 NSS – National Service Scheme </a:t>
            </a:r>
          </a:p>
          <a:p>
            <a:pPr>
              <a:buClr>
                <a:srgbClr val="001E00"/>
              </a:buClr>
              <a:buFont typeface="Wingdings" panose="05000000000000000000" pitchFamily="2" charset="2"/>
              <a:buChar char="Ø"/>
            </a:pPr>
            <a:r>
              <a:rPr lang="en-US" sz="2800" dirty="0"/>
              <a:t>🌱 DLLE – Development of Learners and Learning Environment </a:t>
            </a:r>
          </a:p>
          <a:p>
            <a:pPr marL="0" indent="0">
              <a:buClr>
                <a:srgbClr val="001E00"/>
              </a:buClr>
              <a:buNone/>
            </a:pPr>
            <a:r>
              <a:rPr lang="en-US" sz="2800" b="1" dirty="0">
                <a:solidFill>
                  <a:srgbClr val="191801"/>
                </a:solidFill>
              </a:rPr>
              <a:t>Why participate?</a:t>
            </a:r>
          </a:p>
          <a:p>
            <a:pPr marL="0" indent="0">
              <a:buClr>
                <a:srgbClr val="001E00"/>
              </a:buClr>
              <a:buNone/>
            </a:pPr>
            <a:r>
              <a:rPr lang="en-US" sz="2800" i="1" dirty="0"/>
              <a:t>	Build confidence • teamwork • leadership • creativity • communication skills</a:t>
            </a:r>
          </a:p>
        </p:txBody>
      </p:sp>
      <p:sp>
        <p:nvSpPr>
          <p:cNvPr id="3" name="Slide Number Placeholder 2">
            <a:extLst>
              <a:ext uri="{FF2B5EF4-FFF2-40B4-BE49-F238E27FC236}">
                <a16:creationId xmlns:a16="http://schemas.microsoft.com/office/drawing/2014/main" id="{3C51C613-C5B7-A628-4516-CE4753994E4A}"/>
              </a:ext>
            </a:extLst>
          </p:cNvPr>
          <p:cNvSpPr>
            <a:spLocks noGrp="1"/>
          </p:cNvSpPr>
          <p:nvPr>
            <p:ph type="sldNum" sz="quarter" idx="12"/>
          </p:nvPr>
        </p:nvSpPr>
        <p:spPr/>
        <p:txBody>
          <a:bodyPr/>
          <a:lstStyle/>
          <a:p>
            <a:fld id="{C1FF6DA9-008F-8B48-92A6-B652298478BF}" type="slidenum">
              <a:rPr lang="en-US" smtClean="0"/>
              <a:t>26</a:t>
            </a:fld>
            <a:endParaRPr lang="en-US"/>
          </a:p>
        </p:txBody>
      </p:sp>
    </p:spTree>
    <p:extLst>
      <p:ext uri="{BB962C8B-B14F-4D97-AF65-F5344CB8AC3E}">
        <p14:creationId xmlns:p14="http://schemas.microsoft.com/office/powerpoint/2010/main" val="271282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B7804-73FD-25D6-50CA-2FE9C1F61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7ECA7-FD03-2AC8-727C-975BC168F200}"/>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Mentoring &amp; Student Support</a:t>
            </a:r>
          </a:p>
        </p:txBody>
      </p:sp>
      <p:sp>
        <p:nvSpPr>
          <p:cNvPr id="4" name="Content Placeholder 2">
            <a:extLst>
              <a:ext uri="{FF2B5EF4-FFF2-40B4-BE49-F238E27FC236}">
                <a16:creationId xmlns:a16="http://schemas.microsoft.com/office/drawing/2014/main" id="{F9E38191-09B7-9E1B-309E-6F193BDD55E6}"/>
              </a:ext>
            </a:extLst>
          </p:cNvPr>
          <p:cNvSpPr txBox="1">
            <a:spLocks/>
          </p:cNvSpPr>
          <p:nvPr/>
        </p:nvSpPr>
        <p:spPr>
          <a:xfrm>
            <a:off x="105084" y="2020824"/>
            <a:ext cx="11981832" cy="4755515"/>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buClr>
                <a:srgbClr val="001E00"/>
              </a:buClr>
              <a:buFont typeface="Wingdings" panose="05000000000000000000" pitchFamily="2" charset="2"/>
              <a:buChar char="Ø"/>
            </a:pPr>
            <a:r>
              <a:rPr lang="en-US" sz="2800" b="1" dirty="0"/>
              <a:t>Students will be assigned faculty mentors in groups </a:t>
            </a:r>
          </a:p>
          <a:p>
            <a:pPr>
              <a:buClr>
                <a:srgbClr val="001E00"/>
              </a:buClr>
              <a:buFont typeface="Wingdings" panose="05000000000000000000" pitchFamily="2" charset="2"/>
              <a:buChar char="Ø"/>
            </a:pPr>
            <a:r>
              <a:rPr lang="en-US" sz="2800" b="1" dirty="0"/>
              <a:t>Mentors will help students with: </a:t>
            </a:r>
          </a:p>
          <a:p>
            <a:pPr marL="971550" lvl="1" indent="-514350">
              <a:buClr>
                <a:srgbClr val="001E00"/>
              </a:buClr>
              <a:buFont typeface="+mj-lt"/>
              <a:buAutoNum type="arabicPeriod"/>
            </a:pPr>
            <a:r>
              <a:rPr lang="en-US" sz="2600" dirty="0"/>
              <a:t>Academic guidance </a:t>
            </a:r>
          </a:p>
          <a:p>
            <a:pPr marL="971550" lvl="1" indent="-514350">
              <a:buClr>
                <a:srgbClr val="001E00"/>
              </a:buClr>
              <a:buFont typeface="+mj-lt"/>
              <a:buAutoNum type="arabicPeriod"/>
            </a:pPr>
            <a:r>
              <a:rPr lang="en-US" sz="2600" dirty="0"/>
              <a:t>General concerns and difficulties </a:t>
            </a:r>
          </a:p>
          <a:p>
            <a:pPr marL="971550" lvl="1" indent="-514350">
              <a:buClr>
                <a:srgbClr val="001E00"/>
              </a:buClr>
              <a:buFont typeface="+mj-lt"/>
              <a:buAutoNum type="arabicPeriod"/>
            </a:pPr>
            <a:r>
              <a:rPr lang="en-US" sz="2600" dirty="0"/>
              <a:t>Personal and professional development</a:t>
            </a:r>
          </a:p>
          <a:p>
            <a:pPr>
              <a:buClr>
                <a:srgbClr val="001E00"/>
              </a:buClr>
              <a:buFont typeface="Wingdings" panose="05000000000000000000" pitchFamily="2" charset="2"/>
              <a:buChar char="Ø"/>
            </a:pPr>
            <a:r>
              <a:rPr lang="en-US" sz="3000" i="1" dirty="0">
                <a:solidFill>
                  <a:srgbClr val="C00000"/>
                </a:solidFill>
                <a:highlight>
                  <a:srgbClr val="FFFF00"/>
                </a:highlight>
              </a:rPr>
              <a:t>Your mentor is your first point of contact whenever you need guidance or support</a:t>
            </a:r>
          </a:p>
          <a:p>
            <a:pPr>
              <a:buClr>
                <a:srgbClr val="001E00"/>
              </a:buClr>
              <a:buFont typeface="Wingdings" panose="05000000000000000000" pitchFamily="2" charset="2"/>
              <a:buChar char="Ø"/>
            </a:pPr>
            <a:r>
              <a:rPr lang="en-US" sz="2800" dirty="0"/>
              <a:t>Student leadership &amp; responsibilities </a:t>
            </a:r>
          </a:p>
          <a:p>
            <a:pPr lvl="2">
              <a:buClr>
                <a:srgbClr val="001E00"/>
              </a:buClr>
              <a:buFont typeface="Arial" panose="020B0604020202020204" pitchFamily="34" charset="0"/>
              <a:buChar char="•"/>
            </a:pPr>
            <a:r>
              <a:rPr lang="en-US" sz="2400" dirty="0"/>
              <a:t>Class and lab. representatives </a:t>
            </a:r>
          </a:p>
          <a:p>
            <a:pPr marL="0" indent="0">
              <a:buClr>
                <a:srgbClr val="001E00"/>
              </a:buClr>
              <a:buNone/>
            </a:pPr>
            <a:endParaRPr lang="en-US" sz="2800" dirty="0"/>
          </a:p>
        </p:txBody>
      </p:sp>
      <p:sp>
        <p:nvSpPr>
          <p:cNvPr id="3" name="Slide Number Placeholder 2">
            <a:extLst>
              <a:ext uri="{FF2B5EF4-FFF2-40B4-BE49-F238E27FC236}">
                <a16:creationId xmlns:a16="http://schemas.microsoft.com/office/drawing/2014/main" id="{875458F5-ED7B-2C18-52CF-79C8D4E8CFF8}"/>
              </a:ext>
            </a:extLst>
          </p:cNvPr>
          <p:cNvSpPr>
            <a:spLocks noGrp="1"/>
          </p:cNvSpPr>
          <p:nvPr>
            <p:ph type="sldNum" sz="quarter" idx="12"/>
          </p:nvPr>
        </p:nvSpPr>
        <p:spPr/>
        <p:txBody>
          <a:bodyPr/>
          <a:lstStyle/>
          <a:p>
            <a:fld id="{C1FF6DA9-008F-8B48-92A6-B652298478BF}" type="slidenum">
              <a:rPr lang="en-US" smtClean="0"/>
              <a:t>27</a:t>
            </a:fld>
            <a:endParaRPr lang="en-US"/>
          </a:p>
        </p:txBody>
      </p:sp>
    </p:spTree>
    <p:extLst>
      <p:ext uri="{BB962C8B-B14F-4D97-AF65-F5344CB8AC3E}">
        <p14:creationId xmlns:p14="http://schemas.microsoft.com/office/powerpoint/2010/main" val="849306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000000">
                      <a:alpha val="43137"/>
                    </a:srgbClr>
                  </a:outerShdw>
                </a:effectLst>
              </a:rPr>
              <a:t>Transport &amp; Hostel </a:t>
            </a:r>
            <a:r>
              <a:rPr lang="en-IN" dirty="0">
                <a:effectLst>
                  <a:outerShdw blurRad="38100" dist="38100" dir="2700000" algn="tl">
                    <a:srgbClr val="000000">
                      <a:alpha val="43137"/>
                    </a:srgbClr>
                  </a:outerShdw>
                </a:effectLst>
              </a:rPr>
              <a:t>Services</a:t>
            </a:r>
            <a:endParaRPr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C7E5144F-7552-E15F-9B53-BC905E388E36}"/>
              </a:ext>
            </a:extLst>
          </p:cNvPr>
          <p:cNvSpPr txBox="1">
            <a:spLocks/>
          </p:cNvSpPr>
          <p:nvPr/>
        </p:nvSpPr>
        <p:spPr>
          <a:xfrm>
            <a:off x="274320" y="2011680"/>
            <a:ext cx="11631167" cy="4517136"/>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457200" lvl="1" indent="0">
              <a:buClr>
                <a:srgbClr val="272727"/>
              </a:buClr>
              <a:buNone/>
            </a:pPr>
            <a:endParaRPr lang="en-IN" sz="2800" dirty="0">
              <a:solidFill>
                <a:srgbClr val="191801"/>
              </a:solidFill>
              <a:latin typeface="Times New Roman" panose="02020603050405020304" pitchFamily="18" charset="0"/>
              <a:cs typeface="Times New Roman" panose="02020603050405020304" pitchFamily="18" charset="0"/>
            </a:endParaRPr>
          </a:p>
          <a:p>
            <a:pPr lvl="1">
              <a:buClr>
                <a:srgbClr val="272727"/>
              </a:buClr>
              <a:buFont typeface="Wingdings" panose="05000000000000000000" pitchFamily="2" charset="2"/>
              <a:buChar char="Ø"/>
            </a:pPr>
            <a:r>
              <a:rPr lang="en-IN" sz="2800" dirty="0">
                <a:solidFill>
                  <a:srgbClr val="191801"/>
                </a:solidFill>
                <a:latin typeface="Times New Roman" panose="02020603050405020304" pitchFamily="18" charset="0"/>
                <a:cs typeface="Times New Roman" panose="02020603050405020304" pitchFamily="18" charset="0"/>
              </a:rPr>
              <a:t> 🚌 College Bus Facility </a:t>
            </a:r>
          </a:p>
          <a:p>
            <a:pPr marL="457200" lvl="1" indent="0">
              <a:buClr>
                <a:srgbClr val="272727"/>
              </a:buClr>
              <a:buNone/>
            </a:pPr>
            <a:endParaRPr lang="en-IN" sz="2800" dirty="0">
              <a:solidFill>
                <a:srgbClr val="191801"/>
              </a:solidFill>
              <a:latin typeface="Times New Roman" panose="02020603050405020304" pitchFamily="18" charset="0"/>
              <a:cs typeface="Times New Roman" panose="02020603050405020304" pitchFamily="18" charset="0"/>
            </a:endParaRPr>
          </a:p>
          <a:p>
            <a:pPr lvl="1">
              <a:buClr>
                <a:srgbClr val="272727"/>
              </a:buClr>
              <a:buFont typeface="Wingdings" panose="05000000000000000000" pitchFamily="2" charset="2"/>
              <a:buChar char="Ø"/>
            </a:pPr>
            <a:r>
              <a:rPr lang="en-IN" sz="2800" dirty="0">
                <a:solidFill>
                  <a:srgbClr val="191801"/>
                </a:solidFill>
                <a:latin typeface="Times New Roman" panose="02020603050405020304" pitchFamily="18" charset="0"/>
                <a:cs typeface="Times New Roman" panose="02020603050405020304" pitchFamily="18" charset="0"/>
              </a:rPr>
              <a:t> 🛺 Share Auto-Rickshaw connectivity </a:t>
            </a:r>
          </a:p>
          <a:p>
            <a:pPr marL="457200" lvl="1" indent="0">
              <a:buClr>
                <a:srgbClr val="272727"/>
              </a:buClr>
              <a:buNone/>
            </a:pPr>
            <a:endParaRPr lang="en-IN" sz="2800" u="sng" dirty="0">
              <a:solidFill>
                <a:srgbClr val="191801"/>
              </a:solidFill>
              <a:latin typeface="Times New Roman" panose="02020603050405020304" pitchFamily="18" charset="0"/>
              <a:cs typeface="Times New Roman" panose="02020603050405020304" pitchFamily="18" charset="0"/>
            </a:endParaRPr>
          </a:p>
          <a:p>
            <a:pPr lvl="1">
              <a:buClr>
                <a:srgbClr val="272727"/>
              </a:buClr>
              <a:buFont typeface="Wingdings" panose="05000000000000000000" pitchFamily="2" charset="2"/>
              <a:buChar char="Ø"/>
            </a:pPr>
            <a:r>
              <a:rPr lang="en-IN" sz="2800" dirty="0">
                <a:solidFill>
                  <a:srgbClr val="191801"/>
                </a:solidFill>
                <a:latin typeface="Times New Roman" panose="02020603050405020304" pitchFamily="18" charset="0"/>
                <a:cs typeface="Times New Roman" panose="02020603050405020304" pitchFamily="18" charset="0"/>
              </a:rPr>
              <a:t> 🏠 Hostel facilities are available for students </a:t>
            </a:r>
          </a:p>
          <a:p>
            <a:pPr marL="0" indent="0">
              <a:buNone/>
            </a:pPr>
            <a:endParaRPr lang="en-IN" sz="2000" dirty="0">
              <a:solidFill>
                <a:srgbClr val="191801"/>
              </a:solidFill>
              <a:latin typeface="Times New Roman" panose="02020603050405020304" pitchFamily="18" charset="0"/>
              <a:cs typeface="Times New Roman" panose="02020603050405020304" pitchFamily="18" charset="0"/>
            </a:endParaRPr>
          </a:p>
          <a:p>
            <a:pPr marL="0" indent="0">
              <a:buClr>
                <a:srgbClr val="191801"/>
              </a:buClr>
              <a:buNone/>
            </a:pPr>
            <a:r>
              <a:rPr lang="en-IN" sz="2400" i="1" dirty="0">
                <a:solidFill>
                  <a:srgbClr val="C00000"/>
                </a:solidFill>
                <a:highlight>
                  <a:srgbClr val="FFFF00"/>
                </a:highlight>
                <a:latin typeface="Times New Roman" panose="02020603050405020304" pitchFamily="18" charset="0"/>
                <a:cs typeface="Times New Roman" panose="02020603050405020304" pitchFamily="18" charset="0"/>
              </a:rPr>
              <a:t>For detailed information regarding transport, hostel and other administrative matters,      please contact the college administration.</a:t>
            </a:r>
            <a:endParaRPr lang="en-IN" sz="2400" dirty="0">
              <a:solidFill>
                <a:srgbClr val="C00000"/>
              </a:solidFill>
              <a:highlight>
                <a:srgbClr val="FFFF00"/>
              </a:highlight>
              <a:latin typeface="Times New Roman" panose="02020603050405020304" pitchFamily="18" charset="0"/>
              <a:cs typeface="Times New Roman" panose="02020603050405020304" pitchFamily="18" charset="0"/>
            </a:endParaRPr>
          </a:p>
          <a:p>
            <a:pPr marL="0" indent="0">
              <a:lnSpc>
                <a:spcPct val="150000"/>
              </a:lnSpc>
              <a:buClr>
                <a:srgbClr val="00153B"/>
              </a:buClr>
              <a:buNone/>
            </a:pPr>
            <a:endParaRPr lang="en-US" sz="3000" dirty="0">
              <a:solidFill>
                <a:srgbClr val="C00000"/>
              </a:solidFill>
            </a:endParaRPr>
          </a:p>
        </p:txBody>
      </p:sp>
      <p:sp>
        <p:nvSpPr>
          <p:cNvPr id="3" name="Slide Number Placeholder 2">
            <a:extLst>
              <a:ext uri="{FF2B5EF4-FFF2-40B4-BE49-F238E27FC236}">
                <a16:creationId xmlns:a16="http://schemas.microsoft.com/office/drawing/2014/main" id="{ACEE3FD9-F4FC-3DA5-49E8-61D741D6AE71}"/>
              </a:ext>
            </a:extLst>
          </p:cNvPr>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3425870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Summary</a:t>
            </a:r>
          </a:p>
        </p:txBody>
      </p:sp>
      <p:sp>
        <p:nvSpPr>
          <p:cNvPr id="4" name="Content Placeholder 2">
            <a:extLst>
              <a:ext uri="{FF2B5EF4-FFF2-40B4-BE49-F238E27FC236}">
                <a16:creationId xmlns:a16="http://schemas.microsoft.com/office/drawing/2014/main" id="{270A85FB-4B97-095A-D588-6FE45D1DCD90}"/>
              </a:ext>
            </a:extLst>
          </p:cNvPr>
          <p:cNvSpPr txBox="1">
            <a:spLocks/>
          </p:cNvSpPr>
          <p:nvPr/>
        </p:nvSpPr>
        <p:spPr>
          <a:xfrm>
            <a:off x="543340" y="2069945"/>
            <a:ext cx="11164956" cy="434086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E00"/>
              </a:buClr>
              <a:buFont typeface="Wingdings" panose="05000000000000000000" pitchFamily="2" charset="2"/>
              <a:buChar char="Ø"/>
            </a:pPr>
            <a:r>
              <a:rPr lang="en-US" sz="3000" b="1" dirty="0"/>
              <a:t> Well-structured </a:t>
            </a:r>
            <a:r>
              <a:rPr lang="en-US" sz="3000" dirty="0"/>
              <a:t>semester-based curriculum</a:t>
            </a:r>
          </a:p>
          <a:p>
            <a:pPr>
              <a:lnSpc>
                <a:spcPct val="150000"/>
              </a:lnSpc>
              <a:buClr>
                <a:srgbClr val="001E00"/>
              </a:buClr>
              <a:buFont typeface="Wingdings" panose="05000000000000000000" pitchFamily="2" charset="2"/>
              <a:buChar char="Ø"/>
            </a:pPr>
            <a:r>
              <a:rPr lang="en-US" sz="3000" b="1" dirty="0"/>
              <a:t>Balanced mix of </a:t>
            </a:r>
            <a:r>
              <a:rPr lang="en-US" sz="3000" dirty="0"/>
              <a:t>theory, practical &amp; projects</a:t>
            </a:r>
          </a:p>
          <a:p>
            <a:pPr>
              <a:lnSpc>
                <a:spcPct val="150000"/>
              </a:lnSpc>
              <a:buClr>
                <a:srgbClr val="001E00"/>
              </a:buClr>
              <a:buFont typeface="Wingdings" panose="05000000000000000000" pitchFamily="2" charset="2"/>
              <a:buChar char="Ø"/>
            </a:pPr>
            <a:r>
              <a:rPr lang="en-US" sz="3000" dirty="0"/>
              <a:t>Focus on </a:t>
            </a:r>
            <a:r>
              <a:rPr lang="en-US" sz="3000" b="1" dirty="0"/>
              <a:t>attendance, discipline &amp; continuous assessment</a:t>
            </a:r>
          </a:p>
          <a:p>
            <a:pPr>
              <a:lnSpc>
                <a:spcPct val="150000"/>
              </a:lnSpc>
              <a:buClr>
                <a:srgbClr val="001E00"/>
              </a:buClr>
              <a:buFont typeface="Wingdings" panose="05000000000000000000" pitchFamily="2" charset="2"/>
              <a:buChar char="Ø"/>
            </a:pPr>
            <a:r>
              <a:rPr lang="en-US" sz="3000" b="1" dirty="0"/>
              <a:t>Parents &amp; faculty </a:t>
            </a:r>
            <a:r>
              <a:rPr lang="en-US" sz="3000" dirty="0"/>
              <a:t>work together for student success</a:t>
            </a:r>
          </a:p>
          <a:p>
            <a:pPr>
              <a:lnSpc>
                <a:spcPct val="150000"/>
              </a:lnSpc>
              <a:buClr>
                <a:srgbClr val="001E00"/>
              </a:buClr>
              <a:buFont typeface="Wingdings" panose="05000000000000000000" pitchFamily="2" charset="2"/>
              <a:buChar char="Ø"/>
            </a:pPr>
            <a:r>
              <a:rPr lang="en-US" sz="3000" dirty="0"/>
              <a:t>Co &amp; Extra Curricular activities</a:t>
            </a:r>
          </a:p>
        </p:txBody>
      </p:sp>
      <p:sp>
        <p:nvSpPr>
          <p:cNvPr id="3" name="Slide Number Placeholder 2">
            <a:extLst>
              <a:ext uri="{FF2B5EF4-FFF2-40B4-BE49-F238E27FC236}">
                <a16:creationId xmlns:a16="http://schemas.microsoft.com/office/drawing/2014/main" id="{3BCE2BE0-F5F3-2DEC-1E28-1305EF2A6EFC}"/>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Thank You!</a:t>
            </a:r>
          </a:p>
        </p:txBody>
      </p:sp>
      <p:sp>
        <p:nvSpPr>
          <p:cNvPr id="3" name="Content Placeholder 2"/>
          <p:cNvSpPr>
            <a:spLocks noGrp="1"/>
          </p:cNvSpPr>
          <p:nvPr>
            <p:ph idx="1"/>
          </p:nvPr>
        </p:nvSpPr>
        <p:spPr>
          <a:xfrm>
            <a:off x="445603" y="2980034"/>
            <a:ext cx="11300791" cy="2310526"/>
          </a:xfrm>
          <a:effectLst>
            <a:outerShdw blurRad="50800" dist="38100" dir="16200000" rotWithShape="0">
              <a:prstClr val="black">
                <a:alpha val="40000"/>
              </a:prstClr>
            </a:outerShdw>
          </a:effectLst>
        </p:spPr>
        <p:txBody>
          <a:bodyPr>
            <a:normAutofit/>
          </a:bodyPr>
          <a:lstStyle/>
          <a:p>
            <a:pPr marL="0" indent="0" algn="ctr">
              <a:buNone/>
              <a:defRPr sz="2000"/>
            </a:pPr>
            <a:r>
              <a:rPr sz="4000" b="1" dirty="0">
                <a:solidFill>
                  <a:srgbClr val="002060"/>
                </a:solidFill>
                <a:effectLst>
                  <a:outerShdw blurRad="38100" dist="38100" dir="2700000" algn="tl">
                    <a:srgbClr val="000000">
                      <a:alpha val="43137"/>
                    </a:srgbClr>
                  </a:outerShdw>
                </a:effectLst>
              </a:rPr>
              <a:t>“Engineering is not only study of 45 </a:t>
            </a:r>
            <a:r>
              <a:rPr lang="en-US" sz="4000" b="1" dirty="0">
                <a:solidFill>
                  <a:srgbClr val="002060"/>
                </a:solidFill>
                <a:effectLst>
                  <a:outerShdw blurRad="38100" dist="38100" dir="2700000" algn="tl">
                    <a:srgbClr val="000000">
                      <a:alpha val="43137"/>
                    </a:srgbClr>
                  </a:outerShdw>
                </a:effectLst>
              </a:rPr>
              <a:t>credits / </a:t>
            </a:r>
            <a:r>
              <a:rPr sz="4000" b="1" dirty="0">
                <a:solidFill>
                  <a:srgbClr val="002060"/>
                </a:solidFill>
                <a:effectLst>
                  <a:outerShdw blurRad="38100" dist="38100" dir="2700000" algn="tl">
                    <a:srgbClr val="000000">
                      <a:alpha val="43137"/>
                    </a:srgbClr>
                  </a:outerShdw>
                </a:effectLst>
              </a:rPr>
              <a:t>subjects but it is moral studies of intellectual life</a:t>
            </a:r>
            <a:r>
              <a:rPr lang="en-US" sz="4000" b="1" dirty="0">
                <a:solidFill>
                  <a:srgbClr val="002060"/>
                </a:solidFill>
                <a:effectLst>
                  <a:outerShdw blurRad="38100" dist="38100" dir="2700000" algn="tl">
                    <a:srgbClr val="000000">
                      <a:alpha val="43137"/>
                    </a:srgbClr>
                  </a:outerShdw>
                </a:effectLst>
              </a:rPr>
              <a:t> &amp; the art of balancing!</a:t>
            </a:r>
            <a:r>
              <a:rPr sz="4000" b="1" dirty="0">
                <a:solidFill>
                  <a:srgbClr val="002060"/>
                </a:solidFill>
                <a:effectLst>
                  <a:outerShdw blurRad="38100" dist="38100" dir="2700000" algn="tl">
                    <a:srgbClr val="000000">
                      <a:alpha val="43137"/>
                    </a:srgbClr>
                  </a:outerShdw>
                </a:effectLst>
              </a:rPr>
              <a:t>”</a:t>
            </a:r>
          </a:p>
        </p:txBody>
      </p:sp>
      <p:sp>
        <p:nvSpPr>
          <p:cNvPr id="4" name="Slide Number Placeholder 3">
            <a:extLst>
              <a:ext uri="{FF2B5EF4-FFF2-40B4-BE49-F238E27FC236}">
                <a16:creationId xmlns:a16="http://schemas.microsoft.com/office/drawing/2014/main" id="{0F677E7B-78B9-3313-F804-06281E4D1EDC}"/>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677</TotalTime>
  <Words>1874</Words>
  <Application>Microsoft Office PowerPoint</Application>
  <PresentationFormat>Widescreen</PresentationFormat>
  <Paragraphs>272</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Arial</vt:lpstr>
      <vt:lpstr>Felix Titling</vt:lpstr>
      <vt:lpstr>Goudy Old Style</vt:lpstr>
      <vt:lpstr>Times New Roman</vt:lpstr>
      <vt:lpstr>Wingdings</vt:lpstr>
      <vt:lpstr>Archway</vt:lpstr>
      <vt:lpstr>PowerPoint Presentation</vt:lpstr>
      <vt:lpstr>Institute Vision</vt:lpstr>
      <vt:lpstr>Institute Mission</vt:lpstr>
      <vt:lpstr>Department Vision</vt:lpstr>
      <vt:lpstr>Department Mission</vt:lpstr>
      <vt:lpstr>Program Educational Objectives (PEOs)</vt:lpstr>
      <vt:lpstr>Program OUTCOMES (POs)</vt:lpstr>
      <vt:lpstr>Program OUTCOMES (POs)</vt:lpstr>
      <vt:lpstr>Program OUTCOMES (POs)</vt:lpstr>
      <vt:lpstr>Program Specific Outcomes (PSOs) On successful completion, graduates of B.E. (artificial intelligence &amp; data science) degree program will be able to:</vt:lpstr>
      <vt:lpstr>Semester Pattern</vt:lpstr>
      <vt:lpstr>Semester- I Subjects</vt:lpstr>
      <vt:lpstr>Semester- II Subjects</vt:lpstr>
      <vt:lpstr>Attendance Norms</vt:lpstr>
      <vt:lpstr>Rules for Passing &amp; Promotion to S.E.</vt:lpstr>
      <vt:lpstr>NEP 2020 With Effect from Academic Year  (2024 - 2025) Semester- I</vt:lpstr>
      <vt:lpstr>NEP 2020 With Effect from Academic Year  (2024 - 2025) Semester- I</vt:lpstr>
      <vt:lpstr>Credit Assignment: Sample Calculation I</vt:lpstr>
      <vt:lpstr>Credit Assignment: Sample Calculation II</vt:lpstr>
      <vt:lpstr>Examination Scheme: Semester- I</vt:lpstr>
      <vt:lpstr>Examinations  (Continuous Assessments)</vt:lpstr>
      <vt:lpstr>Academic Arrangements</vt:lpstr>
      <vt:lpstr>Parent / GUARDIAN Communication</vt:lpstr>
      <vt:lpstr>Library Services</vt:lpstr>
      <vt:lpstr>Some Useful information</vt:lpstr>
      <vt:lpstr>Beyond the Classroom</vt:lpstr>
      <vt:lpstr>Mentoring &amp; Student Support</vt:lpstr>
      <vt:lpstr>Transport &amp; Hostel Services</vt:lpstr>
      <vt:lpstr>Summary</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CURRICULUM ASPECTS</dc:title>
  <dc:subject/>
  <dc:creator/>
  <cp:keywords/>
  <dc:description>generated using python-pptx</dc:description>
  <cp:lastModifiedBy>Dr. Vivek Kumar Rajeshwar Singh</cp:lastModifiedBy>
  <cp:revision>33</cp:revision>
  <dcterms:created xsi:type="dcterms:W3CDTF">2013-01-27T09:14:16Z</dcterms:created>
  <dcterms:modified xsi:type="dcterms:W3CDTF">2026-08-30T14:36:07Z</dcterms:modified>
  <cp:category/>
</cp:coreProperties>
</file>